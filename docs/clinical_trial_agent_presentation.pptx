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556147deeeb4ffb" /><Relationship Type="http://schemas.openxmlformats.org/officeDocument/2006/relationships/extended-properties" Target="/docProps/app.xml" Id="R254167dd06034b93" /><Relationship Type="http://schemas.openxmlformats.org/officeDocument/2006/relationships/officeDocument" Target="/ppt/presentation.xml" Id="Rfcaa51990aed491a" /></Relationships>
</file>

<file path=ppt/presentation.xml><?xml version="1.0" encoding="utf-8"?>
<p:presentation xmlns:p="http://schemas.openxmlformats.org/presentationml/2006/main">
  <p:sldMasterIdLst>
    <p:sldMasterId xmlns:r="http://schemas.openxmlformats.org/officeDocument/2006/relationships" id="2147483648" r:id="R55303ec302af4662"/>
  </p:sldMasterIdLst>
  <p:notesMasterIdLst>
    <p:notesMasterId xmlns:r="http://schemas.openxmlformats.org/officeDocument/2006/relationships" r:id="R2333ffd664ac46c8"/>
  </p:notesMasterIdLst>
  <p:sldIdLst>
    <p:sldId xmlns:r="http://schemas.openxmlformats.org/officeDocument/2006/relationships" id="256" r:id="Rd7bd1fbc1b14425f"/>
    <p:sldId xmlns:r="http://schemas.openxmlformats.org/officeDocument/2006/relationships" id="257" r:id="Rf4873b8b1b1a4496"/>
    <p:sldId xmlns:r="http://schemas.openxmlformats.org/officeDocument/2006/relationships" id="258" r:id="R07c3ba839a4a4d51"/>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55303ec302af4662" /><Relationship Type="http://schemas.openxmlformats.org/officeDocument/2006/relationships/theme" Target="/ppt/theme/theme1.xml" Id="Raf6b5dc3672a4f30" /><Relationship Type="http://schemas.openxmlformats.org/officeDocument/2006/relationships/notesMaster" Target="/ppt/notesMasters/notesMaster1.xml" Id="R2333ffd664ac46c8" /><Relationship Type="http://schemas.openxmlformats.org/officeDocument/2006/relationships/presProps" Target="/ppt/presProps.xml" Id="R4dac82d346644c32" /><Relationship Type="http://schemas.openxmlformats.org/officeDocument/2006/relationships/viewProps" Target="/ppt/viewProps.xml" Id="R26221e49caeb41a7" /><Relationship Type="http://schemas.openxmlformats.org/officeDocument/2006/relationships/tableStyles" Target="/ppt/tableStyles.xml" Id="Rd167b43e8feb4879" /><Relationship Type="http://schemas.openxmlformats.org/officeDocument/2006/relationships/slide" Target="/ppt/slides/slide1.xml" Id="Rd7bd1fbc1b14425f" /><Relationship Type="http://schemas.openxmlformats.org/officeDocument/2006/relationships/slide" Target="/ppt/slides/slide2.xml" Id="Rf4873b8b1b1a4496" /><Relationship Type="http://schemas.openxmlformats.org/officeDocument/2006/relationships/slide" Target="/ppt/slides/slide3.xml" Id="R07c3ba839a4a4d5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67c105e9e92d4e5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linical Trial Agent">
  <a:themeElements>
    <a:clrScheme name="Clinical Trial Agent">
      <a:dk1>
        <a:srgbClr val="102A43"/>
      </a:dk1>
      <a:lt1>
        <a:srgbClr val="FFFFFF"/>
      </a:lt1>
      <a:dk2>
        <a:srgbClr val="52667A"/>
      </a:dk2>
      <a:lt2>
        <a:srgbClr val="F7F9FC"/>
      </a:lt2>
      <a:accent1>
        <a:srgbClr val="2F6FED"/>
      </a:accent1>
      <a:accent2>
        <a:srgbClr val="18A999"/>
      </a:accent2>
      <a:accent3>
        <a:srgbClr val="F4A340"/>
      </a:accent3>
      <a:accent4>
        <a:srgbClr val="6C63FF"/>
      </a:accent4>
      <a:accent5>
        <a:srgbClr val="5D7A96"/>
      </a:accent5>
      <a:accent6>
        <a:srgbClr val="8CB4D8"/>
      </a:accent6>
      <a:hlink>
        <a:srgbClr val="2F6FED"/>
      </a:hlink>
      <a:folHlink>
        <a:srgbClr val="6C63FF"/>
      </a:folHlink>
    </a:clrScheme>
    <a:fontScheme name="Office">
      <a:majorFont>
        <a:latin typeface="Calibri Light"/>
        <a:ea typeface="Calibri Light"/>
        <a:cs typeface="Calibri Light"/>
      </a:majorFont>
      <a:minorFont>
        <a:latin typeface="Calibri"/>
        <a:ea typeface="Calibri"/>
        <a:cs typeface="Calibri"/>
      </a:minorFont>
    </a:fontScheme>
    <a:fmtScheme name="Clinical Trial Agen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7a5356480254a18" /><Relationship Type="http://schemas.openxmlformats.org/officeDocument/2006/relationships/notesMaster" Target="/ppt/notesMasters/notesMaster1.xml" Id="R9650750995394971" /></Relationships>
</file>

<file path=ppt/notesSlides/_rels/notesSlide2.xml.rels>&#65279;<?xml version="1.0" encoding="utf-8"?><Relationships xmlns="http://schemas.openxmlformats.org/package/2006/relationships"><Relationship Type="http://schemas.openxmlformats.org/officeDocument/2006/relationships/slide" Target="/ppt/slides/slide2.xml" Id="Rdcf7580bbe75422e" /><Relationship Type="http://schemas.openxmlformats.org/officeDocument/2006/relationships/notesMaster" Target="/ppt/notesMasters/notesMaster1.xml" Id="Raf349f46a01c413f" /></Relationships>
</file>

<file path=ppt/notesSlides/_rels/notesSlide3.xml.rels>&#65279;<?xml version="1.0" encoding="utf-8"?><Relationships xmlns="http://schemas.openxmlformats.org/package/2006/relationships"><Relationship Type="http://schemas.openxmlformats.org/officeDocument/2006/relationships/slide" Target="/ppt/slides/slide3.xml" Id="R3fad5968e74444ce" /><Relationship Type="http://schemas.openxmlformats.org/officeDocument/2006/relationships/notesMaster" Target="/ppt/notesMasters/notesMaster1.xml" Id="Rfeff189ac47244c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by describing the document-to-action problem in clinical operations. Explain that this is not a generic chatbot: it retrieves evidence, invokes typed tools, remembers user preferences, and produces practical actions. Point out the four capability cards. State that the data is synthetic and that the assistant does not replace investigator or Medical Monitor judgment.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numbered flow. FastAPI validates the request. The planner chooses a workflow. SQLite supplies user preferences, while RAG supplies study facts. The tool layer performs search, summary, risk detection, and action planning. FastAPI calls these functions directly for demo reliability, and FastMCP exposes the same functions through a standard interface. The final answer reports plan, tools, sources, and memory. Docker packages the complete runtime.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left side as the exact demo order: ingest, protocol Q&amp;A, safety summary, risk analysis, CRA plan, and memory reuse. Then map the implementation to the seven course concepts on the right. Explain that persona rules shape behavior; typed tools perform actions; MCP standardizes exposure; the planner sequences tools; RAG stores document knowledge; SQLite stores preferences; and Docker makes the runtime reproducible. Close with the mock-mode reliability statement and the clinical/GxP boundary.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dee01f6c36a477a"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1" name="Title 1">
            <a:extLst xmlns:a="http://schemas.openxmlformats.org/drawingml/2006/main">
              <a:ext uri="{FF2B5EF4-FFF2-40B4-BE49-F238E27FC236}">
                <a16:creationId xmlns:a16="http://schemas.microsoft.com/office/drawing/2014/main" id="{C250906F-D5CF-492B-B93C-B0D948FD5F4F}"/>
              </a:ext>
            </a:extLst>
          </p:cNvPr>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p:txBody>
      </p:sp>
      <p:sp>
        <p:nvSpPr>
          <p:cNvPr id="2" name="Subtitle 2">
            <a:extLst xmlns:a="http://schemas.openxmlformats.org/drawingml/2006/main">
              <a:ext uri="{FF2B5EF4-FFF2-40B4-BE49-F238E27FC236}">
                <a16:creationId xmlns:a16="http://schemas.microsoft.com/office/drawing/2014/main" id="{1AD6287F-8FD5-4DC8-98A8-7FD4965B2A12}"/>
              </a:ext>
            </a:extLst>
          </p:cNvPr>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p:txBody>
      </p:sp>
      <p:sp>
        <p:nvSpPr>
          <p:cNvPr id="3" name="Date Placeholder 3">
            <a:extLst xmlns:a="http://schemas.openxmlformats.org/drawingml/2006/main">
              <a:ext uri="{FF2B5EF4-FFF2-40B4-BE49-F238E27FC236}">
                <a16:creationId xmlns:a16="http://schemas.microsoft.com/office/drawing/2014/main" id="{D843FC7D-3AC3-4BEF-9E08-661F6494029B}"/>
              </a:ext>
            </a:extLst>
          </p:cNvPr>
          <p:cNvSpPr/>
          <p:nvPr>
            <p:ph type="dt" idx="10"/>
          </p:nvPr>
        </p:nvSpPr>
        <p:spPr/>
        <p:txBody>
          <a:bodyPr xmlns:a="http://schemas.openxmlformats.org/drawingml/2006/main"/>
          <a:lstStyle xmlns:a="http://schemas.openxmlformats.org/drawingml/2006/main"/>
          <a:p xmlns:a="http://schemas.openxmlformats.org/drawingml/2006/main"/>
        </p:txBody>
      </p:sp>
      <p:sp>
        <p:nvSpPr>
          <p:cNvPr id="4" name="Footer Placeholder 4">
            <a:extLst xmlns:a="http://schemas.openxmlformats.org/drawingml/2006/main">
              <a:ext uri="{FF2B5EF4-FFF2-40B4-BE49-F238E27FC236}">
                <a16:creationId xmlns:a16="http://schemas.microsoft.com/office/drawing/2014/main" id="{9567672B-D107-4BD5-87CD-940D5F1924C1}"/>
              </a:ext>
            </a:extLst>
          </p:cNvPr>
          <p:cNvSpPr/>
          <p:nvPr>
            <p:ph type="ftr" idx="11"/>
          </p:nvPr>
        </p:nvSpPr>
        <p:spPr/>
        <p:txBody>
          <a:bodyPr xmlns:a="http://schemas.openxmlformats.org/drawingml/2006/main"/>
          <a:lstStyle xmlns:a="http://schemas.openxmlformats.org/drawingml/2006/main"/>
          <a:p xmlns:a="http://schemas.openxmlformats.org/drawingml/2006/main"/>
        </p:txBody>
      </p:sp>
      <p:sp>
        <p:nvSpPr>
          <p:cNvPr id="5" name="Slide Number Placeholder 5">
            <a:extLst xmlns:a="http://schemas.openxmlformats.org/drawingml/2006/main">
              <a:ext uri="{FF2B5EF4-FFF2-40B4-BE49-F238E27FC236}">
                <a16:creationId xmlns:a16="http://schemas.microsoft.com/office/drawing/2014/main" id="{53970046-1E00-44A2-9911-6CDE0341D8D6}"/>
              </a:ext>
            </a:extLst>
          </p:cNvPr>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afd5d764458348b5" /><Relationship Type="http://schemas.openxmlformats.org/officeDocument/2006/relationships/slideLayout" Target="/ppt/slideLayouts/slideLayout2.xml" Id="R50547392311a44b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38D372CA-588C-4130-8615-51602C902B70}"/>
              </a:ext>
            </a:extLst>
          </p:cNvPr>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82000"/>
                  </a:schemeClr>
                </a:solidFill>
              </a:defRPr>
            </a:lvl1pPr>
          </a:lstStyle>
          <a:p xmlns:a="http://schemas.openxmlformats.org/drawingml/2006/main"/>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0547392311a44b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827bae6075bf4802" /><Relationship Type="http://schemas.openxmlformats.org/officeDocument/2006/relationships/notesSlide" Target="/ppt/notesSlides/notesSlide1.xml" Id="Rf992d875b94049c3"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66d0348c5f1343ac" /><Relationship Type="http://schemas.openxmlformats.org/officeDocument/2006/relationships/notesSlide" Target="/ppt/notesSlides/notesSlide2.xml" Id="Rd8499dde16934829"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46573122d1f842e3" /><Relationship Type="http://schemas.openxmlformats.org/officeDocument/2006/relationships/notesSlide" Target="/ppt/notesSlides/notesSlide3.xml" Id="R9bfaed5a21b24fcc" /></Relationships>
</file>

<file path=ppt/slides/slide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53970046-1E00-44A2-9911-6CDE0341D8D6}"/>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CD2FA7FC-150C-4FA4-9673-9D23FE6E9A42}"/>
              </a:ext>
            </a:extLst>
          </p:cNvPr>
          <p:cNvSpPr>
            <a:spLocks xmlns:a="http://schemas.openxmlformats.org/drawingml/2006/main" noGrp="1"/>
          </p:cNvSpPr>
          <p:nvPr/>
        </p:nvSpPr>
        <p:spPr>
          <a:xfrm xmlns:a="http://schemas.openxmlformats.org/drawingml/2006/main">
            <a:off x="552450" y="266700"/>
            <a:ext cx="257175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F6FED"/>
                </a:solidFill>
              </a:defRPr>
            </a:pPr>
            <a:r>
              <a:rPr sz="975" b="1">
                <a:solidFill>
                  <a:srgbClr val="2F6FED"/>
                </a:solidFill>
              </a:rPr>
              <a:t>AGENTIC AI CAPSTONE</a:t>
            </a:r>
          </a:p>
        </p:txBody>
      </p:sp>
      <p:sp>
        <p:nvSpPr>
          <p:cNvPr id="3" name="">
            <a:extLst xmlns:a="http://schemas.openxmlformats.org/drawingml/2006/main">
              <a:ext uri="{FF2B5EF4-FFF2-40B4-BE49-F238E27FC236}">
                <a16:creationId xmlns:a16="http://schemas.microsoft.com/office/drawing/2014/main" id="{F9D24C22-CE90-416D-9E51-13D16E00837D}"/>
              </a:ext>
            </a:extLst>
          </p:cNvPr>
          <p:cNvSpPr>
            <a:spLocks xmlns:a="http://schemas.openxmlformats.org/drawingml/2006/main" noGrp="1"/>
          </p:cNvSpPr>
          <p:nvPr/>
        </p:nvSpPr>
        <p:spPr>
          <a:xfrm xmlns:a="http://schemas.openxmlformats.org/drawingml/2006/main">
            <a:off x="8572500" y="266700"/>
            <a:ext cx="238125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1">
                <a:solidFill>
                  <a:srgbClr val="52667A"/>
                </a:solidFill>
              </a:defRPr>
            </a:pPr>
            <a:r>
              <a:rPr sz="975" b="1">
                <a:solidFill>
                  <a:srgbClr val="52667A"/>
                </a:solidFill>
              </a:rPr>
              <a:t>PROBLEM &amp; SOLUTION</a:t>
            </a:r>
          </a:p>
        </p:txBody>
      </p:sp>
      <p:sp>
        <p:nvSpPr>
          <p:cNvPr id="4" name="">
            <a:extLst xmlns:a="http://schemas.openxmlformats.org/drawingml/2006/main">
              <a:ext uri="{FF2B5EF4-FFF2-40B4-BE49-F238E27FC236}">
                <a16:creationId xmlns:a16="http://schemas.microsoft.com/office/drawing/2014/main" id="{0DA3F93F-E100-40C3-AB07-1D37BACC6601}"/>
              </a:ext>
            </a:extLst>
          </p:cNvPr>
          <p:cNvSpPr>
            <a:spLocks xmlns:a="http://schemas.openxmlformats.org/drawingml/2006/main" noGrp="1"/>
          </p:cNvSpPr>
          <p:nvPr/>
        </p:nvSpPr>
        <p:spPr>
          <a:xfrm xmlns:a="http://schemas.openxmlformats.org/drawingml/2006/main">
            <a:off x="11125200" y="190500"/>
            <a:ext cx="514350" cy="323850"/>
          </a:xfrm>
          <a:prstGeom xmlns:a="http://schemas.openxmlformats.org/drawingml/2006/main" prst="roundRect">
            <a:avLst>
              <a:gd name="adj" fmla="val 50000"/>
            </a:avLst>
          </a:prstGeom>
          <a:solidFill xmlns:a="http://schemas.openxmlformats.org/drawingml/2006/main">
            <a:srgbClr val="2F6FED"/>
          </a:solidFill>
          <a:ln xmlns:a="http://schemas.openxmlformats.org/drawingml/2006/main" w="0">
            <a:solidFill>
              <a:srgbClr val="2F6FED"/>
            </a:solidFill>
            <a:prstDash val="solid"/>
          </a:ln>
        </p:spPr>
      </p:sp>
      <p:sp>
        <p:nvSpPr>
          <p:cNvPr id="5" name="">
            <a:extLst xmlns:a="http://schemas.openxmlformats.org/drawingml/2006/main">
              <a:ext uri="{FF2B5EF4-FFF2-40B4-BE49-F238E27FC236}">
                <a16:creationId xmlns:a16="http://schemas.microsoft.com/office/drawing/2014/main" id="{9CE92B60-DE7F-45C7-929A-1BD94B782E00}"/>
              </a:ext>
            </a:extLst>
          </p:cNvPr>
          <p:cNvSpPr>
            <a:spLocks xmlns:a="http://schemas.openxmlformats.org/drawingml/2006/main" noGrp="1"/>
          </p:cNvSpPr>
          <p:nvPr/>
        </p:nvSpPr>
        <p:spPr>
          <a:xfrm xmlns:a="http://schemas.openxmlformats.org/drawingml/2006/main">
            <a:off x="11125200" y="200025"/>
            <a:ext cx="514350" cy="2952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FFFFFF"/>
                </a:solidFill>
              </a:defRPr>
            </a:pPr>
            <a:r>
              <a:rPr sz="1050" b="1">
                <a:solidFill>
                  <a:srgbClr val="FFFFFF"/>
                </a:solidFill>
              </a:rPr>
              <a:t>01</a:t>
            </a:r>
          </a:p>
        </p:txBody>
      </p:sp>
      <p:sp>
        <p:nvSpPr>
          <p:cNvPr id="6" name="">
            <a:extLst xmlns:a="http://schemas.openxmlformats.org/drawingml/2006/main">
              <a:ext uri="{FF2B5EF4-FFF2-40B4-BE49-F238E27FC236}">
                <a16:creationId xmlns:a16="http://schemas.microsoft.com/office/drawing/2014/main" id="{F844F17F-2CF5-4FF4-989D-F70641731098}"/>
              </a:ext>
            </a:extLst>
          </p:cNvPr>
          <p:cNvSpPr>
            <a:spLocks xmlns:a="http://schemas.openxmlformats.org/drawingml/2006/main" noGrp="1"/>
          </p:cNvSpPr>
          <p:nvPr/>
        </p:nvSpPr>
        <p:spPr>
          <a:xfrm xmlns:a="http://schemas.openxmlformats.org/drawingml/2006/main">
            <a:off x="552450" y="600075"/>
            <a:ext cx="11087100" cy="19050"/>
          </a:xfrm>
          <a:prstGeom xmlns:a="http://schemas.openxmlformats.org/drawingml/2006/main" prst="rect">
            <a:avLst/>
          </a:prstGeom>
          <a:solidFill xmlns:a="http://schemas.openxmlformats.org/drawingml/2006/main">
            <a:srgbClr val="D7E1EC"/>
          </a:solidFill>
          <a:ln xmlns:a="http://schemas.openxmlformats.org/drawingml/2006/main" w="0">
            <a:solidFill>
              <a:srgbClr val="D7E1EC"/>
            </a:solidFill>
            <a:prstDash val="solid"/>
          </a:ln>
        </p:spPr>
      </p:sp>
      <p:sp>
        <p:nvSpPr>
          <p:cNvPr id="7" name="">
            <a:extLst xmlns:a="http://schemas.openxmlformats.org/drawingml/2006/main">
              <a:ext uri="{FF2B5EF4-FFF2-40B4-BE49-F238E27FC236}">
                <a16:creationId xmlns:a16="http://schemas.microsoft.com/office/drawing/2014/main" id="{3D582ADB-2B9D-483F-871F-54D86DE42B9A}"/>
              </a:ext>
            </a:extLst>
          </p:cNvPr>
          <p:cNvSpPr>
            <a:spLocks xmlns:a="http://schemas.openxmlformats.org/drawingml/2006/main" noGrp="1"/>
          </p:cNvSpPr>
          <p:nvPr/>
        </p:nvSpPr>
        <p:spPr>
          <a:xfrm xmlns:a="http://schemas.openxmlformats.org/drawingml/2006/main">
            <a:off x="552450" y="819150"/>
            <a:ext cx="1057275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000" b="1">
                <a:solidFill>
                  <a:srgbClr val="102A43"/>
                </a:solidFill>
              </a:defRPr>
            </a:pPr>
            <a:r>
              <a:rPr sz="3000" b="1">
                <a:solidFill>
                  <a:srgbClr val="102A43"/>
                </a:solidFill>
              </a:rPr>
              <a:t>Clinical Trial Protocol &amp; Risk Assistant Agent</a:t>
            </a:r>
          </a:p>
        </p:txBody>
      </p:sp>
      <p:sp>
        <p:nvSpPr>
          <p:cNvPr id="8" name="">
            <a:extLst xmlns:a="http://schemas.openxmlformats.org/drawingml/2006/main">
              <a:ext uri="{FF2B5EF4-FFF2-40B4-BE49-F238E27FC236}">
                <a16:creationId xmlns:a16="http://schemas.microsoft.com/office/drawing/2014/main" id="{B46606AD-0BAC-40B5-AD5B-B9662FC30018}"/>
              </a:ext>
            </a:extLst>
          </p:cNvPr>
          <p:cNvSpPr>
            <a:spLocks xmlns:a="http://schemas.openxmlformats.org/drawingml/2006/main" noGrp="1"/>
          </p:cNvSpPr>
          <p:nvPr/>
        </p:nvSpPr>
        <p:spPr>
          <a:xfrm xmlns:a="http://schemas.openxmlformats.org/drawingml/2006/main">
            <a:off x="571500" y="1438275"/>
            <a:ext cx="103822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52667A"/>
                </a:solidFill>
              </a:defRPr>
            </a:pPr>
            <a:r>
              <a:rPr sz="1425" b="0">
                <a:solidFill>
                  <a:srgbClr val="52667A"/>
                </a:solidFill>
              </a:rPr>
              <a:t>From complex study documents to sourced operational decisions.</a:t>
            </a:r>
          </a:p>
        </p:txBody>
      </p:sp>
      <p:sp>
        <p:nvSpPr>
          <p:cNvPr id="9" name="">
            <a:extLst xmlns:a="http://schemas.openxmlformats.org/drawingml/2006/main">
              <a:ext uri="{FF2B5EF4-FFF2-40B4-BE49-F238E27FC236}">
                <a16:creationId xmlns:a16="http://schemas.microsoft.com/office/drawing/2014/main" id="{68A50EEE-A601-4A63-A652-F6A73AC36676}"/>
              </a:ext>
            </a:extLst>
          </p:cNvPr>
          <p:cNvSpPr>
            <a:spLocks xmlns:a="http://schemas.openxmlformats.org/drawingml/2006/main" noGrp="1"/>
          </p:cNvSpPr>
          <p:nvPr/>
        </p:nvSpPr>
        <p:spPr>
          <a:xfrm xmlns:a="http://schemas.openxmlformats.org/drawingml/2006/main">
            <a:off x="552450" y="2076450"/>
            <a:ext cx="5334000" cy="1200150"/>
          </a:xfrm>
          <a:prstGeom xmlns:a="http://schemas.openxmlformats.org/drawingml/2006/main" prst="roundRect">
            <a:avLst>
              <a:gd name="adj" fmla="val 10000"/>
            </a:avLst>
          </a:prstGeom>
          <a:solidFill xmlns:a="http://schemas.openxmlformats.org/drawingml/2006/main">
            <a:srgbClr val="E9F0FF"/>
          </a:solidFill>
          <a:ln xmlns:a="http://schemas.openxmlformats.org/drawingml/2006/main" w="0">
            <a:solidFill>
              <a:srgbClr val="E9F0FF"/>
            </a:solidFill>
            <a:prstDash val="solid"/>
          </a:ln>
        </p:spPr>
      </p:sp>
      <p:sp>
        <p:nvSpPr>
          <p:cNvPr id="10" name="">
            <a:extLst xmlns:a="http://schemas.openxmlformats.org/drawingml/2006/main">
              <a:ext uri="{FF2B5EF4-FFF2-40B4-BE49-F238E27FC236}">
                <a16:creationId xmlns:a16="http://schemas.microsoft.com/office/drawing/2014/main" id="{F3779468-4E93-468D-9799-D6181B0B07C9}"/>
              </a:ext>
            </a:extLst>
          </p:cNvPr>
          <p:cNvSpPr>
            <a:spLocks xmlns:a="http://schemas.openxmlformats.org/drawingml/2006/main" noGrp="1"/>
          </p:cNvSpPr>
          <p:nvPr/>
        </p:nvSpPr>
        <p:spPr>
          <a:xfrm xmlns:a="http://schemas.openxmlformats.org/drawingml/2006/main">
            <a:off x="762000" y="2257425"/>
            <a:ext cx="971550" cy="323850"/>
          </a:xfrm>
          <a:prstGeom xmlns:a="http://schemas.openxmlformats.org/drawingml/2006/main" prst="roundRect">
            <a:avLst>
              <a:gd name="adj" fmla="val 50000"/>
            </a:avLst>
          </a:prstGeom>
          <a:solidFill xmlns:a="http://schemas.openxmlformats.org/drawingml/2006/main">
            <a:srgbClr val="2F6FED"/>
          </a:solidFill>
          <a:ln xmlns:a="http://schemas.openxmlformats.org/drawingml/2006/main" w="0">
            <a:solidFill>
              <a:srgbClr val="2F6FED"/>
            </a:solidFill>
            <a:prstDash val="solid"/>
          </a:ln>
        </p:spPr>
      </p:sp>
      <p:sp>
        <p:nvSpPr>
          <p:cNvPr id="11" name="">
            <a:extLst xmlns:a="http://schemas.openxmlformats.org/drawingml/2006/main">
              <a:ext uri="{FF2B5EF4-FFF2-40B4-BE49-F238E27FC236}">
                <a16:creationId xmlns:a16="http://schemas.microsoft.com/office/drawing/2014/main" id="{2CF97D42-A03D-4E69-BBE4-17CBE8BCA1B7}"/>
              </a:ext>
            </a:extLst>
          </p:cNvPr>
          <p:cNvSpPr>
            <a:spLocks xmlns:a="http://schemas.openxmlformats.org/drawingml/2006/main" noGrp="1"/>
          </p:cNvSpPr>
          <p:nvPr/>
        </p:nvSpPr>
        <p:spPr>
          <a:xfrm xmlns:a="http://schemas.openxmlformats.org/drawingml/2006/main">
            <a:off x="762000" y="2266950"/>
            <a:ext cx="971550" cy="2952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FFFFFF"/>
                </a:solidFill>
              </a:defRPr>
            </a:pPr>
            <a:r>
              <a:rPr sz="1050" b="1">
                <a:solidFill>
                  <a:srgbClr val="FFFFFF"/>
                </a:solidFill>
              </a:rPr>
              <a:t>PROBLEM</a:t>
            </a:r>
          </a:p>
        </p:txBody>
      </p:sp>
      <p:sp>
        <p:nvSpPr>
          <p:cNvPr id="12" name="">
            <a:extLst xmlns:a="http://schemas.openxmlformats.org/drawingml/2006/main">
              <a:ext uri="{FF2B5EF4-FFF2-40B4-BE49-F238E27FC236}">
                <a16:creationId xmlns:a16="http://schemas.microsoft.com/office/drawing/2014/main" id="{2432E712-380F-4F44-904D-726A5F270330}"/>
              </a:ext>
            </a:extLst>
          </p:cNvPr>
          <p:cNvSpPr>
            <a:spLocks xmlns:a="http://schemas.openxmlformats.org/drawingml/2006/main" noGrp="1"/>
          </p:cNvSpPr>
          <p:nvPr/>
        </p:nvSpPr>
        <p:spPr>
          <a:xfrm xmlns:a="http://schemas.openxmlformats.org/drawingml/2006/main">
            <a:off x="762000" y="2667000"/>
            <a:ext cx="48577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89997"/>
          </a:bodyPr>
          <a:lstStyle xmlns:a="http://schemas.openxmlformats.org/drawingml/2006/main"/>
          <a:p xmlns:a="http://schemas.openxmlformats.org/drawingml/2006/main">
            <a:pPr algn="l">
              <a:defRPr sz="1425" b="0">
                <a:solidFill>
                  <a:srgbClr val="102A43"/>
                </a:solidFill>
              </a:defRPr>
            </a:pPr>
            <a:r>
              <a:rPr sz="1425" b="0">
                <a:solidFill>
                  <a:srgbClr val="102A43"/>
                </a:solidFill>
              </a:rPr>
              <a:t>Clinical trial teams must quickly understand protocol requirements, detect operational risks, and turn findings into action.</a:t>
            </a:r>
          </a:p>
        </p:txBody>
      </p:sp>
      <p:sp>
        <p:nvSpPr>
          <p:cNvPr id="13" name="">
            <a:extLst xmlns:a="http://schemas.openxmlformats.org/drawingml/2006/main">
              <a:ext uri="{FF2B5EF4-FFF2-40B4-BE49-F238E27FC236}">
                <a16:creationId xmlns:a16="http://schemas.microsoft.com/office/drawing/2014/main" id="{0D157121-4D83-4F74-A6F3-98EA6339E459}"/>
              </a:ext>
            </a:extLst>
          </p:cNvPr>
          <p:cNvSpPr>
            <a:spLocks xmlns:a="http://schemas.openxmlformats.org/drawingml/2006/main" noGrp="1"/>
          </p:cNvSpPr>
          <p:nvPr/>
        </p:nvSpPr>
        <p:spPr>
          <a:xfrm xmlns:a="http://schemas.openxmlformats.org/drawingml/2006/main">
            <a:off x="6115050" y="2076450"/>
            <a:ext cx="5524500" cy="1200150"/>
          </a:xfrm>
          <a:prstGeom xmlns:a="http://schemas.openxmlformats.org/drawingml/2006/main" prst="roundRect">
            <a:avLst>
              <a:gd name="adj" fmla="val 10000"/>
            </a:avLst>
          </a:prstGeom>
          <a:solidFill xmlns:a="http://schemas.openxmlformats.org/drawingml/2006/main">
            <a:srgbClr val="E7F8F4"/>
          </a:solidFill>
          <a:ln xmlns:a="http://schemas.openxmlformats.org/drawingml/2006/main" w="0">
            <a:solidFill>
              <a:srgbClr val="E7F8F4"/>
            </a:solidFill>
            <a:prstDash val="solid"/>
          </a:ln>
        </p:spPr>
      </p:sp>
      <p:sp>
        <p:nvSpPr>
          <p:cNvPr id="14" name="">
            <a:extLst xmlns:a="http://schemas.openxmlformats.org/drawingml/2006/main">
              <a:ext uri="{FF2B5EF4-FFF2-40B4-BE49-F238E27FC236}">
                <a16:creationId xmlns:a16="http://schemas.microsoft.com/office/drawing/2014/main" id="{F3965778-DD46-4E3E-AB4F-AEAE02EB5C17}"/>
              </a:ext>
            </a:extLst>
          </p:cNvPr>
          <p:cNvSpPr>
            <a:spLocks xmlns:a="http://schemas.openxmlformats.org/drawingml/2006/main" noGrp="1"/>
          </p:cNvSpPr>
          <p:nvPr/>
        </p:nvSpPr>
        <p:spPr>
          <a:xfrm xmlns:a="http://schemas.openxmlformats.org/drawingml/2006/main">
            <a:off x="6324600" y="2257425"/>
            <a:ext cx="1066800" cy="323850"/>
          </a:xfrm>
          <a:prstGeom xmlns:a="http://schemas.openxmlformats.org/drawingml/2006/main" prst="roundRect">
            <a:avLst>
              <a:gd name="adj" fmla="val 50000"/>
            </a:avLst>
          </a:prstGeom>
          <a:solidFill xmlns:a="http://schemas.openxmlformats.org/drawingml/2006/main">
            <a:srgbClr val="18A999"/>
          </a:solidFill>
          <a:ln xmlns:a="http://schemas.openxmlformats.org/drawingml/2006/main" w="0">
            <a:solidFill>
              <a:srgbClr val="18A999"/>
            </a:solidFill>
            <a:prstDash val="solid"/>
          </a:ln>
        </p:spPr>
      </p:sp>
      <p:sp>
        <p:nvSpPr>
          <p:cNvPr id="15" name="">
            <a:extLst xmlns:a="http://schemas.openxmlformats.org/drawingml/2006/main">
              <a:ext uri="{FF2B5EF4-FFF2-40B4-BE49-F238E27FC236}">
                <a16:creationId xmlns:a16="http://schemas.microsoft.com/office/drawing/2014/main" id="{6D5D6B75-FF3F-43EB-BD8D-D77C9FA8C525}"/>
              </a:ext>
            </a:extLst>
          </p:cNvPr>
          <p:cNvSpPr>
            <a:spLocks xmlns:a="http://schemas.openxmlformats.org/drawingml/2006/main" noGrp="1"/>
          </p:cNvSpPr>
          <p:nvPr/>
        </p:nvSpPr>
        <p:spPr>
          <a:xfrm xmlns:a="http://schemas.openxmlformats.org/drawingml/2006/main">
            <a:off x="6324600" y="2266950"/>
            <a:ext cx="1066800" cy="2952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FFFFFF"/>
                </a:solidFill>
              </a:defRPr>
            </a:pPr>
            <a:r>
              <a:rPr sz="1050" b="1">
                <a:solidFill>
                  <a:srgbClr val="FFFFFF"/>
                </a:solidFill>
              </a:rPr>
              <a:t>SOLUTION</a:t>
            </a:r>
          </a:p>
        </p:txBody>
      </p:sp>
      <p:sp>
        <p:nvSpPr>
          <p:cNvPr id="16" name="">
            <a:extLst xmlns:a="http://schemas.openxmlformats.org/drawingml/2006/main">
              <a:ext uri="{FF2B5EF4-FFF2-40B4-BE49-F238E27FC236}">
                <a16:creationId xmlns:a16="http://schemas.microsoft.com/office/drawing/2014/main" id="{DAD86B86-EEA4-4057-B8DA-8E7255FACB09}"/>
              </a:ext>
            </a:extLst>
          </p:cNvPr>
          <p:cNvSpPr>
            <a:spLocks xmlns:a="http://schemas.openxmlformats.org/drawingml/2006/main" noGrp="1"/>
          </p:cNvSpPr>
          <p:nvPr/>
        </p:nvSpPr>
        <p:spPr>
          <a:xfrm xmlns:a="http://schemas.openxmlformats.org/drawingml/2006/main">
            <a:off x="6324600" y="2667000"/>
            <a:ext cx="50482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102A43"/>
                </a:solidFill>
              </a:defRPr>
            </a:pPr>
            <a:r>
              <a:rPr sz="1425" b="0">
                <a:solidFill>
                  <a:srgbClr val="102A43"/>
                </a:solidFill>
              </a:rPr>
              <a:t>An agentic assistant combining RAG, tools, memory, MCP, and planning for reliable clinical operations support.</a:t>
            </a:r>
          </a:p>
        </p:txBody>
      </p:sp>
      <p:sp>
        <p:nvSpPr>
          <p:cNvPr id="17" name="">
            <a:extLst xmlns:a="http://schemas.openxmlformats.org/drawingml/2006/main">
              <a:ext uri="{FF2B5EF4-FFF2-40B4-BE49-F238E27FC236}">
                <a16:creationId xmlns:a16="http://schemas.microsoft.com/office/drawing/2014/main" id="{A6DB69CE-7E99-4D0A-B8D0-AF2B1D87EF21}"/>
              </a:ext>
            </a:extLst>
          </p:cNvPr>
          <p:cNvSpPr>
            <a:spLocks xmlns:a="http://schemas.openxmlformats.org/drawingml/2006/main" noGrp="1"/>
          </p:cNvSpPr>
          <p:nvPr/>
        </p:nvSpPr>
        <p:spPr>
          <a:xfrm xmlns:a="http://schemas.openxmlformats.org/drawingml/2006/main">
            <a:off x="552450" y="3562350"/>
            <a:ext cx="2609850" cy="2438400"/>
          </a:xfrm>
          <a:prstGeom xmlns:a="http://schemas.openxmlformats.org/drawingml/2006/main" prst="roundRect">
            <a:avLst>
              <a:gd name="adj" fmla="val 12000"/>
            </a:avLst>
          </a:prstGeom>
          <a:solidFill xmlns:a="http://schemas.openxmlformats.org/drawingml/2006/main">
            <a:srgbClr val="FFFFFF"/>
          </a:solidFill>
          <a:ln xmlns:a="http://schemas.openxmlformats.org/drawingml/2006/main" w="9525">
            <a:solidFill>
              <a:srgbClr val="D7E1EC"/>
            </a:solidFill>
            <a:prstDash val="solid"/>
          </a:ln>
        </p:spPr>
      </p:sp>
      <p:sp>
        <p:nvSpPr>
          <p:cNvPr id="18" name="">
            <a:extLst xmlns:a="http://schemas.openxmlformats.org/drawingml/2006/main">
              <a:ext uri="{FF2B5EF4-FFF2-40B4-BE49-F238E27FC236}">
                <a16:creationId xmlns:a16="http://schemas.microsoft.com/office/drawing/2014/main" id="{C6682CDA-0C2B-405F-9937-274C80163116}"/>
              </a:ext>
            </a:extLst>
          </p:cNvPr>
          <p:cNvSpPr>
            <a:spLocks xmlns:a="http://schemas.openxmlformats.org/drawingml/2006/main" noGrp="1"/>
          </p:cNvSpPr>
          <p:nvPr/>
        </p:nvSpPr>
        <p:spPr>
          <a:xfrm xmlns:a="http://schemas.openxmlformats.org/drawingml/2006/main">
            <a:off x="723900" y="3733800"/>
            <a:ext cx="400050" cy="400050"/>
          </a:xfrm>
          <a:prstGeom xmlns:a="http://schemas.openxmlformats.org/drawingml/2006/main" prst="roundRect">
            <a:avLst>
              <a:gd name="adj" fmla="val 50000"/>
            </a:avLst>
          </a:prstGeom>
          <a:solidFill xmlns:a="http://schemas.openxmlformats.org/drawingml/2006/main">
            <a:srgbClr val="E9F0FF"/>
          </a:solidFill>
          <a:ln xmlns:a="http://schemas.openxmlformats.org/drawingml/2006/main" w="0">
            <a:solidFill>
              <a:srgbClr val="E9F0FF"/>
            </a:solidFill>
            <a:prstDash val="solid"/>
          </a:ln>
        </p:spPr>
      </p:sp>
      <p:sp>
        <p:nvSpPr>
          <p:cNvPr id="19" name="">
            <a:extLst xmlns:a="http://schemas.openxmlformats.org/drawingml/2006/main">
              <a:ext uri="{FF2B5EF4-FFF2-40B4-BE49-F238E27FC236}">
                <a16:creationId xmlns:a16="http://schemas.microsoft.com/office/drawing/2014/main" id="{F8981924-23D3-4AC0-9C2E-B3FECD9360AE}"/>
              </a:ext>
            </a:extLst>
          </p:cNvPr>
          <p:cNvSpPr>
            <a:spLocks xmlns:a="http://schemas.openxmlformats.org/drawingml/2006/main" noGrp="1"/>
          </p:cNvSpPr>
          <p:nvPr/>
        </p:nvSpPr>
        <p:spPr>
          <a:xfrm xmlns:a="http://schemas.openxmlformats.org/drawingml/2006/main">
            <a:off x="723900" y="3733800"/>
            <a:ext cx="4000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2F6FED"/>
                </a:solidFill>
              </a:defRPr>
            </a:pPr>
            <a:r>
              <a:rPr sz="1350" b="1">
                <a:solidFill>
                  <a:srgbClr val="2F6FED"/>
                </a:solidFill>
              </a:rPr>
              <a:t>1</a:t>
            </a:r>
          </a:p>
        </p:txBody>
      </p:sp>
      <p:sp>
        <p:nvSpPr>
          <p:cNvPr id="20" name="">
            <a:extLst xmlns:a="http://schemas.openxmlformats.org/drawingml/2006/main">
              <a:ext uri="{FF2B5EF4-FFF2-40B4-BE49-F238E27FC236}">
                <a16:creationId xmlns:a16="http://schemas.microsoft.com/office/drawing/2014/main" id="{625CAD25-8063-4D5D-A371-1922F5534B29}"/>
              </a:ext>
            </a:extLst>
          </p:cNvPr>
          <p:cNvSpPr>
            <a:spLocks xmlns:a="http://schemas.openxmlformats.org/drawingml/2006/main" noGrp="1"/>
          </p:cNvSpPr>
          <p:nvPr/>
        </p:nvSpPr>
        <p:spPr>
          <a:xfrm xmlns:a="http://schemas.openxmlformats.org/drawingml/2006/main">
            <a:off x="1276350" y="3724275"/>
            <a:ext cx="1714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02A43"/>
                </a:solidFill>
              </a:defRPr>
            </a:pPr>
            <a:r>
              <a:rPr sz="1350" b="1">
                <a:solidFill>
                  <a:srgbClr val="102A43"/>
                </a:solidFill>
              </a:rPr>
              <a:t>Grounded answers</a:t>
            </a:r>
          </a:p>
        </p:txBody>
      </p:sp>
      <p:sp>
        <p:nvSpPr>
          <p:cNvPr id="21" name="">
            <a:extLst xmlns:a="http://schemas.openxmlformats.org/drawingml/2006/main">
              <a:ext uri="{FF2B5EF4-FFF2-40B4-BE49-F238E27FC236}">
                <a16:creationId xmlns:a16="http://schemas.microsoft.com/office/drawing/2014/main" id="{AA9B0A41-EC10-40A5-82DE-E239A6D5FD81}"/>
              </a:ext>
            </a:extLst>
          </p:cNvPr>
          <p:cNvSpPr>
            <a:spLocks xmlns:a="http://schemas.openxmlformats.org/drawingml/2006/main" noGrp="1"/>
          </p:cNvSpPr>
          <p:nvPr/>
        </p:nvSpPr>
        <p:spPr>
          <a:xfrm xmlns:a="http://schemas.openxmlformats.org/drawingml/2006/main">
            <a:off x="1276350" y="4048125"/>
            <a:ext cx="1695450" cy="1828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a:solidFill>
                  <a:srgbClr val="52667A"/>
                </a:solidFill>
              </a:defRPr>
            </a:pPr>
            <a:r>
              <a:rPr sz="1125" b="0">
                <a:solidFill>
                  <a:srgbClr val="52667A"/>
                </a:solidFill>
              </a:rPr>
              <a:t>Retrieves protocol, SOP, and visit evidence with source labels.</a:t>
            </a:r>
          </a:p>
        </p:txBody>
      </p:sp>
      <p:sp>
        <p:nvSpPr>
          <p:cNvPr id="22" name="">
            <a:extLst xmlns:a="http://schemas.openxmlformats.org/drawingml/2006/main">
              <a:ext uri="{FF2B5EF4-FFF2-40B4-BE49-F238E27FC236}">
                <a16:creationId xmlns:a16="http://schemas.microsoft.com/office/drawing/2014/main" id="{E38DAB49-3240-475B-B409-87E6AD268FBE}"/>
              </a:ext>
            </a:extLst>
          </p:cNvPr>
          <p:cNvSpPr>
            <a:spLocks xmlns:a="http://schemas.openxmlformats.org/drawingml/2006/main" noGrp="1"/>
          </p:cNvSpPr>
          <p:nvPr/>
        </p:nvSpPr>
        <p:spPr>
          <a:xfrm xmlns:a="http://schemas.openxmlformats.org/drawingml/2006/main">
            <a:off x="3333750" y="3562350"/>
            <a:ext cx="2609850" cy="2438400"/>
          </a:xfrm>
          <a:prstGeom xmlns:a="http://schemas.openxmlformats.org/drawingml/2006/main" prst="roundRect">
            <a:avLst>
              <a:gd name="adj" fmla="val 12000"/>
            </a:avLst>
          </a:prstGeom>
          <a:solidFill xmlns:a="http://schemas.openxmlformats.org/drawingml/2006/main">
            <a:srgbClr val="FFFFFF"/>
          </a:solidFill>
          <a:ln xmlns:a="http://schemas.openxmlformats.org/drawingml/2006/main" w="9525">
            <a:solidFill>
              <a:srgbClr val="D7E1EC"/>
            </a:solidFill>
            <a:prstDash val="solid"/>
          </a:ln>
        </p:spPr>
      </p:sp>
      <p:sp>
        <p:nvSpPr>
          <p:cNvPr id="23" name="">
            <a:extLst xmlns:a="http://schemas.openxmlformats.org/drawingml/2006/main">
              <a:ext uri="{FF2B5EF4-FFF2-40B4-BE49-F238E27FC236}">
                <a16:creationId xmlns:a16="http://schemas.microsoft.com/office/drawing/2014/main" id="{0B800A9A-6A8B-4C96-8289-3858705B0285}"/>
              </a:ext>
            </a:extLst>
          </p:cNvPr>
          <p:cNvSpPr>
            <a:spLocks xmlns:a="http://schemas.openxmlformats.org/drawingml/2006/main" noGrp="1"/>
          </p:cNvSpPr>
          <p:nvPr/>
        </p:nvSpPr>
        <p:spPr>
          <a:xfrm xmlns:a="http://schemas.openxmlformats.org/drawingml/2006/main">
            <a:off x="3505200" y="3733800"/>
            <a:ext cx="400050" cy="400050"/>
          </a:xfrm>
          <a:prstGeom xmlns:a="http://schemas.openxmlformats.org/drawingml/2006/main" prst="roundRect">
            <a:avLst>
              <a:gd name="adj" fmla="val 50000"/>
            </a:avLst>
          </a:prstGeom>
          <a:solidFill xmlns:a="http://schemas.openxmlformats.org/drawingml/2006/main">
            <a:srgbClr val="E7F8F4"/>
          </a:solidFill>
          <a:ln xmlns:a="http://schemas.openxmlformats.org/drawingml/2006/main" w="0">
            <a:solidFill>
              <a:srgbClr val="E7F8F4"/>
            </a:solidFill>
            <a:prstDash val="solid"/>
          </a:ln>
        </p:spPr>
      </p:sp>
      <p:sp>
        <p:nvSpPr>
          <p:cNvPr id="24" name="">
            <a:extLst xmlns:a="http://schemas.openxmlformats.org/drawingml/2006/main">
              <a:ext uri="{FF2B5EF4-FFF2-40B4-BE49-F238E27FC236}">
                <a16:creationId xmlns:a16="http://schemas.microsoft.com/office/drawing/2014/main" id="{B0181E6E-571D-424B-8F03-D03F68917168}"/>
              </a:ext>
            </a:extLst>
          </p:cNvPr>
          <p:cNvSpPr>
            <a:spLocks xmlns:a="http://schemas.openxmlformats.org/drawingml/2006/main" noGrp="1"/>
          </p:cNvSpPr>
          <p:nvPr/>
        </p:nvSpPr>
        <p:spPr>
          <a:xfrm xmlns:a="http://schemas.openxmlformats.org/drawingml/2006/main">
            <a:off x="3505200" y="3733800"/>
            <a:ext cx="4000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18A999"/>
                </a:solidFill>
              </a:defRPr>
            </a:pPr>
            <a:r>
              <a:rPr sz="1350" b="1">
                <a:solidFill>
                  <a:srgbClr val="18A999"/>
                </a:solidFill>
              </a:rPr>
              <a:t>2</a:t>
            </a:r>
          </a:p>
        </p:txBody>
      </p:sp>
      <p:sp>
        <p:nvSpPr>
          <p:cNvPr id="25" name="">
            <a:extLst xmlns:a="http://schemas.openxmlformats.org/drawingml/2006/main">
              <a:ext uri="{FF2B5EF4-FFF2-40B4-BE49-F238E27FC236}">
                <a16:creationId xmlns:a16="http://schemas.microsoft.com/office/drawing/2014/main" id="{687F1369-C52F-4546-91CE-379FA9FD07EE}"/>
              </a:ext>
            </a:extLst>
          </p:cNvPr>
          <p:cNvSpPr>
            <a:spLocks xmlns:a="http://schemas.openxmlformats.org/drawingml/2006/main" noGrp="1"/>
          </p:cNvSpPr>
          <p:nvPr/>
        </p:nvSpPr>
        <p:spPr>
          <a:xfrm xmlns:a="http://schemas.openxmlformats.org/drawingml/2006/main">
            <a:off x="4057650" y="3724275"/>
            <a:ext cx="1714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02A43"/>
                </a:solidFill>
              </a:defRPr>
            </a:pPr>
            <a:r>
              <a:rPr sz="1350" b="1">
                <a:solidFill>
                  <a:srgbClr val="102A43"/>
                </a:solidFill>
              </a:rPr>
              <a:t>Risk to action</a:t>
            </a:r>
          </a:p>
        </p:txBody>
      </p:sp>
      <p:sp>
        <p:nvSpPr>
          <p:cNvPr id="26" name="">
            <a:extLst xmlns:a="http://schemas.openxmlformats.org/drawingml/2006/main">
              <a:ext uri="{FF2B5EF4-FFF2-40B4-BE49-F238E27FC236}">
                <a16:creationId xmlns:a16="http://schemas.microsoft.com/office/drawing/2014/main" id="{1A903688-1FFD-478B-B23A-6A5AFA06C46A}"/>
              </a:ext>
            </a:extLst>
          </p:cNvPr>
          <p:cNvSpPr>
            <a:spLocks xmlns:a="http://schemas.openxmlformats.org/drawingml/2006/main" noGrp="1"/>
          </p:cNvSpPr>
          <p:nvPr/>
        </p:nvSpPr>
        <p:spPr>
          <a:xfrm xmlns:a="http://schemas.openxmlformats.org/drawingml/2006/main">
            <a:off x="4057650" y="4048125"/>
            <a:ext cx="1695450" cy="1828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a:solidFill>
                  <a:srgbClr val="52667A"/>
                </a:solidFill>
              </a:defRPr>
            </a:pPr>
            <a:r>
              <a:rPr sz="1125" b="0">
                <a:solidFill>
                  <a:srgbClr val="52667A"/>
                </a:solidFill>
              </a:rPr>
              <a:t>Explains operational impact and generates owned CRA next steps.</a:t>
            </a:r>
          </a:p>
        </p:txBody>
      </p:sp>
      <p:sp>
        <p:nvSpPr>
          <p:cNvPr id="27" name="">
            <a:extLst xmlns:a="http://schemas.openxmlformats.org/drawingml/2006/main">
              <a:ext uri="{FF2B5EF4-FFF2-40B4-BE49-F238E27FC236}">
                <a16:creationId xmlns:a16="http://schemas.microsoft.com/office/drawing/2014/main" id="{740EED9A-A7EA-4175-9FED-9B85B460B060}"/>
              </a:ext>
            </a:extLst>
          </p:cNvPr>
          <p:cNvSpPr>
            <a:spLocks xmlns:a="http://schemas.openxmlformats.org/drawingml/2006/main" noGrp="1"/>
          </p:cNvSpPr>
          <p:nvPr/>
        </p:nvSpPr>
        <p:spPr>
          <a:xfrm xmlns:a="http://schemas.openxmlformats.org/drawingml/2006/main">
            <a:off x="6115050" y="3562350"/>
            <a:ext cx="2609850" cy="2438400"/>
          </a:xfrm>
          <a:prstGeom xmlns:a="http://schemas.openxmlformats.org/drawingml/2006/main" prst="roundRect">
            <a:avLst>
              <a:gd name="adj" fmla="val 12000"/>
            </a:avLst>
          </a:prstGeom>
          <a:solidFill xmlns:a="http://schemas.openxmlformats.org/drawingml/2006/main">
            <a:srgbClr val="FFFFFF"/>
          </a:solidFill>
          <a:ln xmlns:a="http://schemas.openxmlformats.org/drawingml/2006/main" w="9525">
            <a:solidFill>
              <a:srgbClr val="D7E1EC"/>
            </a:solidFill>
            <a:prstDash val="solid"/>
          </a:ln>
        </p:spPr>
      </p:sp>
      <p:sp>
        <p:nvSpPr>
          <p:cNvPr id="28" name="">
            <a:extLst xmlns:a="http://schemas.openxmlformats.org/drawingml/2006/main">
              <a:ext uri="{FF2B5EF4-FFF2-40B4-BE49-F238E27FC236}">
                <a16:creationId xmlns:a16="http://schemas.microsoft.com/office/drawing/2014/main" id="{AD04FDEF-E4C9-4DD3-950E-1AB982483FBE}"/>
              </a:ext>
            </a:extLst>
          </p:cNvPr>
          <p:cNvSpPr>
            <a:spLocks xmlns:a="http://schemas.openxmlformats.org/drawingml/2006/main" noGrp="1"/>
          </p:cNvSpPr>
          <p:nvPr/>
        </p:nvSpPr>
        <p:spPr>
          <a:xfrm xmlns:a="http://schemas.openxmlformats.org/drawingml/2006/main">
            <a:off x="6286500" y="3733800"/>
            <a:ext cx="400050" cy="400050"/>
          </a:xfrm>
          <a:prstGeom xmlns:a="http://schemas.openxmlformats.org/drawingml/2006/main" prst="roundRect">
            <a:avLst>
              <a:gd name="adj" fmla="val 50000"/>
            </a:avLst>
          </a:prstGeom>
          <a:solidFill xmlns:a="http://schemas.openxmlformats.org/drawingml/2006/main">
            <a:srgbClr val="FFF3E2"/>
          </a:solidFill>
          <a:ln xmlns:a="http://schemas.openxmlformats.org/drawingml/2006/main" w="0">
            <a:solidFill>
              <a:srgbClr val="FFF3E2"/>
            </a:solidFill>
            <a:prstDash val="solid"/>
          </a:ln>
        </p:spPr>
      </p:sp>
      <p:sp>
        <p:nvSpPr>
          <p:cNvPr id="29" name="">
            <a:extLst xmlns:a="http://schemas.openxmlformats.org/drawingml/2006/main">
              <a:ext uri="{FF2B5EF4-FFF2-40B4-BE49-F238E27FC236}">
                <a16:creationId xmlns:a16="http://schemas.microsoft.com/office/drawing/2014/main" id="{20754786-AD1B-48F0-A66F-6EC0C7BA127A}"/>
              </a:ext>
            </a:extLst>
          </p:cNvPr>
          <p:cNvSpPr>
            <a:spLocks xmlns:a="http://schemas.openxmlformats.org/drawingml/2006/main" noGrp="1"/>
          </p:cNvSpPr>
          <p:nvPr/>
        </p:nvSpPr>
        <p:spPr>
          <a:xfrm xmlns:a="http://schemas.openxmlformats.org/drawingml/2006/main">
            <a:off x="6286500" y="3733800"/>
            <a:ext cx="4000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F4A340"/>
                </a:solidFill>
              </a:defRPr>
            </a:pPr>
            <a:r>
              <a:rPr sz="1350" b="1">
                <a:solidFill>
                  <a:srgbClr val="F4A340"/>
                </a:solidFill>
              </a:rPr>
              <a:t>3</a:t>
            </a:r>
          </a:p>
        </p:txBody>
      </p:sp>
      <p:sp>
        <p:nvSpPr>
          <p:cNvPr id="30" name="">
            <a:extLst xmlns:a="http://schemas.openxmlformats.org/drawingml/2006/main">
              <a:ext uri="{FF2B5EF4-FFF2-40B4-BE49-F238E27FC236}">
                <a16:creationId xmlns:a16="http://schemas.microsoft.com/office/drawing/2014/main" id="{3BF8C5A0-0BF8-4224-8AC6-F6DD0257384C}"/>
              </a:ext>
            </a:extLst>
          </p:cNvPr>
          <p:cNvSpPr>
            <a:spLocks xmlns:a="http://schemas.openxmlformats.org/drawingml/2006/main" noGrp="1"/>
          </p:cNvSpPr>
          <p:nvPr/>
        </p:nvSpPr>
        <p:spPr>
          <a:xfrm xmlns:a="http://schemas.openxmlformats.org/drawingml/2006/main">
            <a:off x="6838950" y="3724275"/>
            <a:ext cx="1714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02A43"/>
                </a:solidFill>
              </a:defRPr>
            </a:pPr>
            <a:r>
              <a:rPr sz="1350" b="1">
                <a:solidFill>
                  <a:srgbClr val="102A43"/>
                </a:solidFill>
              </a:rPr>
              <a:t>Useful memory</a:t>
            </a:r>
          </a:p>
        </p:txBody>
      </p:sp>
      <p:sp>
        <p:nvSpPr>
          <p:cNvPr id="31" name="">
            <a:extLst xmlns:a="http://schemas.openxmlformats.org/drawingml/2006/main">
              <a:ext uri="{FF2B5EF4-FFF2-40B4-BE49-F238E27FC236}">
                <a16:creationId xmlns:a16="http://schemas.microsoft.com/office/drawing/2014/main" id="{EEA8D726-A5C9-4BAF-B6D6-54532EA28C1B}"/>
              </a:ext>
            </a:extLst>
          </p:cNvPr>
          <p:cNvSpPr>
            <a:spLocks xmlns:a="http://schemas.openxmlformats.org/drawingml/2006/main" noGrp="1"/>
          </p:cNvSpPr>
          <p:nvPr/>
        </p:nvSpPr>
        <p:spPr>
          <a:xfrm xmlns:a="http://schemas.openxmlformats.org/drawingml/2006/main">
            <a:off x="6838950" y="4048125"/>
            <a:ext cx="1695450" cy="1828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a:solidFill>
                  <a:srgbClr val="52667A"/>
                </a:solidFill>
              </a:defRPr>
            </a:pPr>
            <a:r>
              <a:rPr sz="1125" b="0">
                <a:solidFill>
                  <a:srgbClr val="52667A"/>
                </a:solidFill>
              </a:rPr>
              <a:t>Stores role, answer style, output format, and study focus in SQLite.</a:t>
            </a:r>
          </a:p>
        </p:txBody>
      </p:sp>
      <p:sp>
        <p:nvSpPr>
          <p:cNvPr id="32" name="">
            <a:extLst xmlns:a="http://schemas.openxmlformats.org/drawingml/2006/main">
              <a:ext uri="{FF2B5EF4-FFF2-40B4-BE49-F238E27FC236}">
                <a16:creationId xmlns:a16="http://schemas.microsoft.com/office/drawing/2014/main" id="{A645FEB9-645F-4764-84DA-16BAE32149F6}"/>
              </a:ext>
            </a:extLst>
          </p:cNvPr>
          <p:cNvSpPr>
            <a:spLocks xmlns:a="http://schemas.openxmlformats.org/drawingml/2006/main" noGrp="1"/>
          </p:cNvSpPr>
          <p:nvPr/>
        </p:nvSpPr>
        <p:spPr>
          <a:xfrm xmlns:a="http://schemas.openxmlformats.org/drawingml/2006/main">
            <a:off x="8896350" y="3562350"/>
            <a:ext cx="2743200" cy="2438400"/>
          </a:xfrm>
          <a:prstGeom xmlns:a="http://schemas.openxmlformats.org/drawingml/2006/main" prst="roundRect">
            <a:avLst>
              <a:gd name="adj" fmla="val 12000"/>
            </a:avLst>
          </a:prstGeom>
          <a:solidFill xmlns:a="http://schemas.openxmlformats.org/drawingml/2006/main">
            <a:srgbClr val="FFFFFF"/>
          </a:solidFill>
          <a:ln xmlns:a="http://schemas.openxmlformats.org/drawingml/2006/main" w="9525">
            <a:solidFill>
              <a:srgbClr val="D7E1EC"/>
            </a:solidFill>
            <a:prstDash val="solid"/>
          </a:ln>
        </p:spPr>
      </p:sp>
      <p:sp>
        <p:nvSpPr>
          <p:cNvPr id="33" name="">
            <a:extLst xmlns:a="http://schemas.openxmlformats.org/drawingml/2006/main">
              <a:ext uri="{FF2B5EF4-FFF2-40B4-BE49-F238E27FC236}">
                <a16:creationId xmlns:a16="http://schemas.microsoft.com/office/drawing/2014/main" id="{5FBFA3BF-B945-480D-9052-D884579A526D}"/>
              </a:ext>
            </a:extLst>
          </p:cNvPr>
          <p:cNvSpPr>
            <a:spLocks xmlns:a="http://schemas.openxmlformats.org/drawingml/2006/main" noGrp="1"/>
          </p:cNvSpPr>
          <p:nvPr/>
        </p:nvSpPr>
        <p:spPr>
          <a:xfrm xmlns:a="http://schemas.openxmlformats.org/drawingml/2006/main">
            <a:off x="9067800" y="3733800"/>
            <a:ext cx="400050" cy="400050"/>
          </a:xfrm>
          <a:prstGeom xmlns:a="http://schemas.openxmlformats.org/drawingml/2006/main" prst="roundRect">
            <a:avLst>
              <a:gd name="adj" fmla="val 50000"/>
            </a:avLst>
          </a:prstGeom>
          <a:solidFill xmlns:a="http://schemas.openxmlformats.org/drawingml/2006/main">
            <a:srgbClr val="E9F0FF"/>
          </a:solidFill>
          <a:ln xmlns:a="http://schemas.openxmlformats.org/drawingml/2006/main" w="0">
            <a:solidFill>
              <a:srgbClr val="E9F0FF"/>
            </a:solidFill>
            <a:prstDash val="solid"/>
          </a:ln>
        </p:spPr>
      </p:sp>
      <p:sp>
        <p:nvSpPr>
          <p:cNvPr id="34" name="">
            <a:extLst xmlns:a="http://schemas.openxmlformats.org/drawingml/2006/main">
              <a:ext uri="{FF2B5EF4-FFF2-40B4-BE49-F238E27FC236}">
                <a16:creationId xmlns:a16="http://schemas.microsoft.com/office/drawing/2014/main" id="{9FE6BF93-75AF-4F90-88AB-74AAB310B405}"/>
              </a:ext>
            </a:extLst>
          </p:cNvPr>
          <p:cNvSpPr>
            <a:spLocks xmlns:a="http://schemas.openxmlformats.org/drawingml/2006/main" noGrp="1"/>
          </p:cNvSpPr>
          <p:nvPr/>
        </p:nvSpPr>
        <p:spPr>
          <a:xfrm xmlns:a="http://schemas.openxmlformats.org/drawingml/2006/main">
            <a:off x="9067800" y="3733800"/>
            <a:ext cx="4000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2F6FED"/>
                </a:solidFill>
              </a:defRPr>
            </a:pPr>
            <a:r>
              <a:rPr sz="1350" b="1">
                <a:solidFill>
                  <a:srgbClr val="2F6FED"/>
                </a:solidFill>
              </a:rPr>
              <a:t>4</a:t>
            </a:r>
          </a:p>
        </p:txBody>
      </p:sp>
      <p:sp>
        <p:nvSpPr>
          <p:cNvPr id="35" name="">
            <a:extLst xmlns:a="http://schemas.openxmlformats.org/drawingml/2006/main">
              <a:ext uri="{FF2B5EF4-FFF2-40B4-BE49-F238E27FC236}">
                <a16:creationId xmlns:a16="http://schemas.microsoft.com/office/drawing/2014/main" id="{57C6DF45-1BF0-46B5-A9F5-FBDFF10D8442}"/>
              </a:ext>
            </a:extLst>
          </p:cNvPr>
          <p:cNvSpPr>
            <a:spLocks xmlns:a="http://schemas.openxmlformats.org/drawingml/2006/main" noGrp="1"/>
          </p:cNvSpPr>
          <p:nvPr/>
        </p:nvSpPr>
        <p:spPr>
          <a:xfrm xmlns:a="http://schemas.openxmlformats.org/drawingml/2006/main">
            <a:off x="9620250" y="3724275"/>
            <a:ext cx="18478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02A43"/>
                </a:solidFill>
              </a:defRPr>
            </a:pPr>
            <a:r>
              <a:rPr sz="1350" b="1">
                <a:solidFill>
                  <a:srgbClr val="102A43"/>
                </a:solidFill>
              </a:rPr>
              <a:t>Standard tools</a:t>
            </a:r>
          </a:p>
        </p:txBody>
      </p:sp>
      <p:sp>
        <p:nvSpPr>
          <p:cNvPr id="36" name="">
            <a:extLst xmlns:a="http://schemas.openxmlformats.org/drawingml/2006/main">
              <a:ext uri="{FF2B5EF4-FFF2-40B4-BE49-F238E27FC236}">
                <a16:creationId xmlns:a16="http://schemas.microsoft.com/office/drawing/2014/main" id="{C369B3F7-1FD7-4CC4-A595-5E545D8834B7}"/>
              </a:ext>
            </a:extLst>
          </p:cNvPr>
          <p:cNvSpPr>
            <a:spLocks xmlns:a="http://schemas.openxmlformats.org/drawingml/2006/main" noGrp="1"/>
          </p:cNvSpPr>
          <p:nvPr/>
        </p:nvSpPr>
        <p:spPr>
          <a:xfrm xmlns:a="http://schemas.openxmlformats.org/drawingml/2006/main">
            <a:off x="9620250" y="4048125"/>
            <a:ext cx="1828800" cy="1828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a:solidFill>
                  <a:srgbClr val="52667A"/>
                </a:solidFill>
              </a:defRPr>
            </a:pPr>
            <a:r>
              <a:rPr sz="1125" b="0">
                <a:solidFill>
                  <a:srgbClr val="52667A"/>
                </a:solidFill>
              </a:rPr>
              <a:t>Exposes the shared tool layer through FastMCP for external agents.</a:t>
            </a:r>
          </a:p>
        </p:txBody>
      </p:sp>
      <p:sp>
        <p:nvSpPr>
          <p:cNvPr id="37" name="">
            <a:extLst xmlns:a="http://schemas.openxmlformats.org/drawingml/2006/main">
              <a:ext uri="{FF2B5EF4-FFF2-40B4-BE49-F238E27FC236}">
                <a16:creationId xmlns:a16="http://schemas.microsoft.com/office/drawing/2014/main" id="{AC8C23B8-D293-42C0-A4C9-CF6642529DA8}"/>
              </a:ext>
            </a:extLst>
          </p:cNvPr>
          <p:cNvSpPr>
            <a:spLocks xmlns:a="http://schemas.openxmlformats.org/drawingml/2006/main" noGrp="1"/>
          </p:cNvSpPr>
          <p:nvPr/>
        </p:nvSpPr>
        <p:spPr>
          <a:xfrm xmlns:a="http://schemas.openxmlformats.org/drawingml/2006/main">
            <a:off x="552450" y="6496050"/>
            <a:ext cx="11087100" cy="19050"/>
          </a:xfrm>
          <a:prstGeom xmlns:a="http://schemas.openxmlformats.org/drawingml/2006/main" prst="rect">
            <a:avLst/>
          </a:prstGeom>
          <a:solidFill xmlns:a="http://schemas.openxmlformats.org/drawingml/2006/main">
            <a:srgbClr val="D7E1EC"/>
          </a:solidFill>
          <a:ln xmlns:a="http://schemas.openxmlformats.org/drawingml/2006/main" w="0">
            <a:solidFill>
              <a:srgbClr val="D7E1EC"/>
            </a:solidFill>
            <a:prstDash val="solid"/>
          </a:ln>
        </p:spPr>
      </p:sp>
      <p:sp>
        <p:nvSpPr>
          <p:cNvPr id="38" name="">
            <a:extLst xmlns:a="http://schemas.openxmlformats.org/drawingml/2006/main">
              <a:ext uri="{FF2B5EF4-FFF2-40B4-BE49-F238E27FC236}">
                <a16:creationId xmlns:a16="http://schemas.microsoft.com/office/drawing/2014/main" id="{292EAFCE-63D6-4C0E-AA17-EC8E59A9797B}"/>
              </a:ext>
            </a:extLst>
          </p:cNvPr>
          <p:cNvSpPr>
            <a:spLocks xmlns:a="http://schemas.openxmlformats.org/drawingml/2006/main" noGrp="1"/>
          </p:cNvSpPr>
          <p:nvPr/>
        </p:nvSpPr>
        <p:spPr>
          <a:xfrm xmlns:a="http://schemas.openxmlformats.org/drawingml/2006/main">
            <a:off x="552450" y="6572250"/>
            <a:ext cx="7810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0">
                <a:solidFill>
                  <a:srgbClr val="52667A"/>
                </a:solidFill>
              </a:defRPr>
            </a:pPr>
            <a:r>
              <a:rPr sz="825" b="0">
                <a:solidFill>
                  <a:srgbClr val="52667A"/>
                </a:solidFill>
              </a:rPr>
              <a:t>Synthetic study documents • Deterministic mock mode • No medical decisions</a:t>
            </a:r>
          </a:p>
        </p:txBody>
      </p:sp>
    </p:spTree>
    <p:extLst>
      <p:ext uri="{BB962C8B-B14F-4D97-AF65-F5344CB8AC3E}">
        <p14:creationId xmlns:p14="http://schemas.microsoft.com/office/powerpoint/2010/main" val="1793893887"/>
      </p:ext>
    </p:extLst>
  </p:cSld>
</p:sld>
</file>

<file path=ppt/slides/slide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53970046-1E00-44A2-9911-6CDE0341D8D6}"/>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09040070-87A9-4579-B7A7-81AB3079F903}"/>
              </a:ext>
            </a:extLst>
          </p:cNvPr>
          <p:cNvSpPr>
            <a:spLocks xmlns:a="http://schemas.openxmlformats.org/drawingml/2006/main" noGrp="1"/>
          </p:cNvSpPr>
          <p:nvPr/>
        </p:nvSpPr>
        <p:spPr>
          <a:xfrm xmlns:a="http://schemas.openxmlformats.org/drawingml/2006/main">
            <a:off x="552450" y="266700"/>
            <a:ext cx="257175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F6FED"/>
                </a:solidFill>
              </a:defRPr>
            </a:pPr>
            <a:r>
              <a:rPr sz="975" b="1">
                <a:solidFill>
                  <a:srgbClr val="2F6FED"/>
                </a:solidFill>
              </a:rPr>
              <a:t>AGENTIC AI CAPSTONE</a:t>
            </a:r>
          </a:p>
        </p:txBody>
      </p:sp>
      <p:sp>
        <p:nvSpPr>
          <p:cNvPr id="3" name="">
            <a:extLst xmlns:a="http://schemas.openxmlformats.org/drawingml/2006/main">
              <a:ext uri="{FF2B5EF4-FFF2-40B4-BE49-F238E27FC236}">
                <a16:creationId xmlns:a16="http://schemas.microsoft.com/office/drawing/2014/main" id="{4D9E364D-0A66-4784-9C73-C6DDE18F182F}"/>
              </a:ext>
            </a:extLst>
          </p:cNvPr>
          <p:cNvSpPr>
            <a:spLocks xmlns:a="http://schemas.openxmlformats.org/drawingml/2006/main" noGrp="1"/>
          </p:cNvSpPr>
          <p:nvPr/>
        </p:nvSpPr>
        <p:spPr>
          <a:xfrm xmlns:a="http://schemas.openxmlformats.org/drawingml/2006/main">
            <a:off x="8572500" y="266700"/>
            <a:ext cx="238125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1">
                <a:solidFill>
                  <a:srgbClr val="52667A"/>
                </a:solidFill>
              </a:defRPr>
            </a:pPr>
            <a:r>
              <a:rPr sz="975" b="1">
                <a:solidFill>
                  <a:srgbClr val="52667A"/>
                </a:solidFill>
              </a:rPr>
              <a:t>SYSTEM ARCHITECTURE</a:t>
            </a:r>
          </a:p>
        </p:txBody>
      </p:sp>
      <p:sp>
        <p:nvSpPr>
          <p:cNvPr id="4" name="">
            <a:extLst xmlns:a="http://schemas.openxmlformats.org/drawingml/2006/main">
              <a:ext uri="{FF2B5EF4-FFF2-40B4-BE49-F238E27FC236}">
                <a16:creationId xmlns:a16="http://schemas.microsoft.com/office/drawing/2014/main" id="{8AB819A8-D1D8-40E1-9ABE-495DE7404CF5}"/>
              </a:ext>
            </a:extLst>
          </p:cNvPr>
          <p:cNvSpPr>
            <a:spLocks xmlns:a="http://schemas.openxmlformats.org/drawingml/2006/main" noGrp="1"/>
          </p:cNvSpPr>
          <p:nvPr/>
        </p:nvSpPr>
        <p:spPr>
          <a:xfrm xmlns:a="http://schemas.openxmlformats.org/drawingml/2006/main">
            <a:off x="11125200" y="190500"/>
            <a:ext cx="514350" cy="323850"/>
          </a:xfrm>
          <a:prstGeom xmlns:a="http://schemas.openxmlformats.org/drawingml/2006/main" prst="roundRect">
            <a:avLst>
              <a:gd name="adj" fmla="val 50000"/>
            </a:avLst>
          </a:prstGeom>
          <a:solidFill xmlns:a="http://schemas.openxmlformats.org/drawingml/2006/main">
            <a:srgbClr val="2F6FED"/>
          </a:solidFill>
          <a:ln xmlns:a="http://schemas.openxmlformats.org/drawingml/2006/main" w="0">
            <a:solidFill>
              <a:srgbClr val="2F6FED"/>
            </a:solidFill>
            <a:prstDash val="solid"/>
          </a:ln>
        </p:spPr>
      </p:sp>
      <p:sp>
        <p:nvSpPr>
          <p:cNvPr id="5" name="">
            <a:extLst xmlns:a="http://schemas.openxmlformats.org/drawingml/2006/main">
              <a:ext uri="{FF2B5EF4-FFF2-40B4-BE49-F238E27FC236}">
                <a16:creationId xmlns:a16="http://schemas.microsoft.com/office/drawing/2014/main" id="{B16780E0-6EF7-46E5-AAF8-BE65CAA48D4A}"/>
              </a:ext>
            </a:extLst>
          </p:cNvPr>
          <p:cNvSpPr>
            <a:spLocks xmlns:a="http://schemas.openxmlformats.org/drawingml/2006/main" noGrp="1"/>
          </p:cNvSpPr>
          <p:nvPr/>
        </p:nvSpPr>
        <p:spPr>
          <a:xfrm xmlns:a="http://schemas.openxmlformats.org/drawingml/2006/main">
            <a:off x="11125200" y="200025"/>
            <a:ext cx="514350" cy="2952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FFFFFF"/>
                </a:solidFill>
              </a:defRPr>
            </a:pPr>
            <a:r>
              <a:rPr sz="1050" b="1">
                <a:solidFill>
                  <a:srgbClr val="FFFFFF"/>
                </a:solidFill>
              </a:rPr>
              <a:t>02</a:t>
            </a:r>
          </a:p>
        </p:txBody>
      </p:sp>
      <p:sp>
        <p:nvSpPr>
          <p:cNvPr id="6" name="">
            <a:extLst xmlns:a="http://schemas.openxmlformats.org/drawingml/2006/main">
              <a:ext uri="{FF2B5EF4-FFF2-40B4-BE49-F238E27FC236}">
                <a16:creationId xmlns:a16="http://schemas.microsoft.com/office/drawing/2014/main" id="{76367EC2-4500-491A-9BEB-3DBE5EA852B9}"/>
              </a:ext>
            </a:extLst>
          </p:cNvPr>
          <p:cNvSpPr>
            <a:spLocks xmlns:a="http://schemas.openxmlformats.org/drawingml/2006/main" noGrp="1"/>
          </p:cNvSpPr>
          <p:nvPr/>
        </p:nvSpPr>
        <p:spPr>
          <a:xfrm xmlns:a="http://schemas.openxmlformats.org/drawingml/2006/main">
            <a:off x="552450" y="600075"/>
            <a:ext cx="11087100" cy="19050"/>
          </a:xfrm>
          <a:prstGeom xmlns:a="http://schemas.openxmlformats.org/drawingml/2006/main" prst="rect">
            <a:avLst/>
          </a:prstGeom>
          <a:solidFill xmlns:a="http://schemas.openxmlformats.org/drawingml/2006/main">
            <a:srgbClr val="D7E1EC"/>
          </a:solidFill>
          <a:ln xmlns:a="http://schemas.openxmlformats.org/drawingml/2006/main" w="0">
            <a:solidFill>
              <a:srgbClr val="D7E1EC"/>
            </a:solidFill>
            <a:prstDash val="solid"/>
          </a:ln>
        </p:spPr>
      </p:sp>
      <p:sp>
        <p:nvSpPr>
          <p:cNvPr id="7" name="">
            <a:extLst xmlns:a="http://schemas.openxmlformats.org/drawingml/2006/main">
              <a:ext uri="{FF2B5EF4-FFF2-40B4-BE49-F238E27FC236}">
                <a16:creationId xmlns:a16="http://schemas.microsoft.com/office/drawing/2014/main" id="{3FDF6D18-69AF-4A97-B6AA-E44702CA95C0}"/>
              </a:ext>
            </a:extLst>
          </p:cNvPr>
          <p:cNvSpPr>
            <a:spLocks xmlns:a="http://schemas.openxmlformats.org/drawingml/2006/main" noGrp="1"/>
          </p:cNvSpPr>
          <p:nvPr/>
        </p:nvSpPr>
        <p:spPr>
          <a:xfrm xmlns:a="http://schemas.openxmlformats.org/drawingml/2006/main">
            <a:off x="552450" y="819150"/>
            <a:ext cx="1057275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000" b="1">
                <a:solidFill>
                  <a:srgbClr val="102A43"/>
                </a:solidFill>
              </a:defRPr>
            </a:pPr>
            <a:r>
              <a:rPr sz="3000" b="1">
                <a:solidFill>
                  <a:srgbClr val="102A43"/>
                </a:solidFill>
              </a:rPr>
              <a:t>One workflow, shared tools, inspectable output</a:t>
            </a:r>
          </a:p>
        </p:txBody>
      </p:sp>
      <p:sp>
        <p:nvSpPr>
          <p:cNvPr id="8" name="">
            <a:extLst xmlns:a="http://schemas.openxmlformats.org/drawingml/2006/main">
              <a:ext uri="{FF2B5EF4-FFF2-40B4-BE49-F238E27FC236}">
                <a16:creationId xmlns:a16="http://schemas.microsoft.com/office/drawing/2014/main" id="{1F430782-D208-4FF0-812D-30B5C86BD3F9}"/>
              </a:ext>
            </a:extLst>
          </p:cNvPr>
          <p:cNvSpPr>
            <a:spLocks xmlns:a="http://schemas.openxmlformats.org/drawingml/2006/main" noGrp="1"/>
          </p:cNvSpPr>
          <p:nvPr/>
        </p:nvSpPr>
        <p:spPr>
          <a:xfrm xmlns:a="http://schemas.openxmlformats.org/drawingml/2006/main">
            <a:off x="571500" y="1438275"/>
            <a:ext cx="103822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52667A"/>
                </a:solidFill>
              </a:defRPr>
            </a:pPr>
            <a:r>
              <a:rPr sz="1425" b="0">
                <a:solidFill>
                  <a:srgbClr val="52667A"/>
                </a:solidFill>
              </a:rPr>
              <a:t>The planner selects the minimum tool sequence and preserves sources.</a:t>
            </a:r>
          </a:p>
        </p:txBody>
      </p:sp>
      <p:sp>
        <p:nvSpPr>
          <p:cNvPr id="9" name="">
            <a:extLst xmlns:a="http://schemas.openxmlformats.org/drawingml/2006/main">
              <a:ext uri="{FF2B5EF4-FFF2-40B4-BE49-F238E27FC236}">
                <a16:creationId xmlns:a16="http://schemas.microsoft.com/office/drawing/2014/main" id="{9A7EAB83-6C17-46AC-A66E-E2F753AC80E5}"/>
              </a:ext>
            </a:extLst>
          </p:cNvPr>
          <p:cNvSpPr>
            <a:spLocks xmlns:a="http://schemas.openxmlformats.org/drawingml/2006/main" noGrp="1"/>
          </p:cNvSpPr>
          <p:nvPr/>
        </p:nvSpPr>
        <p:spPr>
          <a:xfrm xmlns:a="http://schemas.openxmlformats.org/drawingml/2006/main">
            <a:off x="552450" y="2076450"/>
            <a:ext cx="2381250" cy="125730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9525">
            <a:solidFill>
              <a:srgbClr val="D7E1EC"/>
            </a:solidFill>
            <a:prstDash val="solid"/>
          </a:ln>
        </p:spPr>
      </p:sp>
      <p:sp>
        <p:nvSpPr>
          <p:cNvPr id="10" name="">
            <a:extLst xmlns:a="http://schemas.openxmlformats.org/drawingml/2006/main">
              <a:ext uri="{FF2B5EF4-FFF2-40B4-BE49-F238E27FC236}">
                <a16:creationId xmlns:a16="http://schemas.microsoft.com/office/drawing/2014/main" id="{EB4E7073-4D58-409B-B781-8614AEEC52F9}"/>
              </a:ext>
            </a:extLst>
          </p:cNvPr>
          <p:cNvSpPr>
            <a:spLocks xmlns:a="http://schemas.openxmlformats.org/drawingml/2006/main" noGrp="1"/>
          </p:cNvSpPr>
          <p:nvPr/>
        </p:nvSpPr>
        <p:spPr>
          <a:xfrm xmlns:a="http://schemas.openxmlformats.org/drawingml/2006/main">
            <a:off x="685800" y="2209800"/>
            <a:ext cx="361950" cy="361950"/>
          </a:xfrm>
          <a:prstGeom xmlns:a="http://schemas.openxmlformats.org/drawingml/2006/main" prst="roundRect">
            <a:avLst>
              <a:gd name="adj" fmla="val 50000"/>
            </a:avLst>
          </a:prstGeom>
          <a:solidFill xmlns:a="http://schemas.openxmlformats.org/drawingml/2006/main">
            <a:srgbClr val="E9F0FF"/>
          </a:solidFill>
          <a:ln xmlns:a="http://schemas.openxmlformats.org/drawingml/2006/main" w="0">
            <a:solidFill>
              <a:srgbClr val="E9F0FF"/>
            </a:solidFill>
            <a:prstDash val="solid"/>
          </a:ln>
        </p:spPr>
      </p:sp>
      <p:sp>
        <p:nvSpPr>
          <p:cNvPr id="11" name="">
            <a:extLst xmlns:a="http://schemas.openxmlformats.org/drawingml/2006/main">
              <a:ext uri="{FF2B5EF4-FFF2-40B4-BE49-F238E27FC236}">
                <a16:creationId xmlns:a16="http://schemas.microsoft.com/office/drawing/2014/main" id="{B4381034-A8E1-4552-B013-4B21E2A43162}"/>
              </a:ext>
            </a:extLst>
          </p:cNvPr>
          <p:cNvSpPr>
            <a:spLocks xmlns:a="http://schemas.openxmlformats.org/drawingml/2006/main" noGrp="1"/>
          </p:cNvSpPr>
          <p:nvPr/>
        </p:nvSpPr>
        <p:spPr>
          <a:xfrm xmlns:a="http://schemas.openxmlformats.org/drawingml/2006/main">
            <a:off x="685800" y="2209800"/>
            <a:ext cx="3619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25" b="1">
                <a:solidFill>
                  <a:srgbClr val="2F6FED"/>
                </a:solidFill>
              </a:defRPr>
            </a:pPr>
            <a:r>
              <a:rPr sz="1125" b="1">
                <a:solidFill>
                  <a:srgbClr val="2F6FED"/>
                </a:solidFill>
              </a:rPr>
              <a:t>1</a:t>
            </a:r>
          </a:p>
        </p:txBody>
      </p:sp>
      <p:sp>
        <p:nvSpPr>
          <p:cNvPr id="12" name="">
            <a:extLst xmlns:a="http://schemas.openxmlformats.org/drawingml/2006/main">
              <a:ext uri="{FF2B5EF4-FFF2-40B4-BE49-F238E27FC236}">
                <a16:creationId xmlns:a16="http://schemas.microsoft.com/office/drawing/2014/main" id="{2ED56F12-31BF-437C-B2FA-C4193DC0CC66}"/>
              </a:ext>
            </a:extLst>
          </p:cNvPr>
          <p:cNvSpPr>
            <a:spLocks xmlns:a="http://schemas.openxmlformats.org/drawingml/2006/main" noGrp="1"/>
          </p:cNvSpPr>
          <p:nvPr/>
        </p:nvSpPr>
        <p:spPr>
          <a:xfrm xmlns:a="http://schemas.openxmlformats.org/drawingml/2006/main">
            <a:off x="1143000" y="2200275"/>
            <a:ext cx="16573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02A43"/>
                </a:solidFill>
              </a:defRPr>
            </a:pPr>
            <a:r>
              <a:rPr sz="1275" b="1">
                <a:solidFill>
                  <a:srgbClr val="102A43"/>
                </a:solidFill>
              </a:rPr>
              <a:t>User</a:t>
            </a:r>
          </a:p>
        </p:txBody>
      </p:sp>
      <p:sp>
        <p:nvSpPr>
          <p:cNvPr id="13" name="">
            <a:extLst xmlns:a="http://schemas.openxmlformats.org/drawingml/2006/main">
              <a:ext uri="{FF2B5EF4-FFF2-40B4-BE49-F238E27FC236}">
                <a16:creationId xmlns:a16="http://schemas.microsoft.com/office/drawing/2014/main" id="{425871C5-76BE-460A-9146-DC650B07C6CF}"/>
              </a:ext>
            </a:extLst>
          </p:cNvPr>
          <p:cNvSpPr>
            <a:spLocks xmlns:a="http://schemas.openxmlformats.org/drawingml/2006/main" noGrp="1"/>
          </p:cNvSpPr>
          <p:nvPr/>
        </p:nvSpPr>
        <p:spPr>
          <a:xfrm xmlns:a="http://schemas.openxmlformats.org/drawingml/2006/main">
            <a:off x="723900" y="2657475"/>
            <a:ext cx="2038350" cy="571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b="0">
                <a:solidFill>
                  <a:srgbClr val="52667A"/>
                </a:solidFill>
              </a:defRPr>
            </a:pPr>
            <a:r>
              <a:rPr sz="1050" b="0">
                <a:solidFill>
                  <a:srgbClr val="52667A"/>
                </a:solidFill>
              </a:rPr>
              <a:t>Protocol question or operational request</a:t>
            </a:r>
          </a:p>
        </p:txBody>
      </p:sp>
      <p:sp>
        <p:nvSpPr>
          <p:cNvPr id="14" name="">
            <a:extLst xmlns:a="http://schemas.openxmlformats.org/drawingml/2006/main">
              <a:ext uri="{FF2B5EF4-FFF2-40B4-BE49-F238E27FC236}">
                <a16:creationId xmlns:a16="http://schemas.microsoft.com/office/drawing/2014/main" id="{2225D284-F03D-4518-81AD-9D1C58B21EA3}"/>
              </a:ext>
            </a:extLst>
          </p:cNvPr>
          <p:cNvSpPr>
            <a:spLocks xmlns:a="http://schemas.openxmlformats.org/drawingml/2006/main" noGrp="1"/>
          </p:cNvSpPr>
          <p:nvPr/>
        </p:nvSpPr>
        <p:spPr>
          <a:xfrm xmlns:a="http://schemas.openxmlformats.org/drawingml/2006/main">
            <a:off x="3333750" y="2076450"/>
            <a:ext cx="2381250" cy="125730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9525">
            <a:solidFill>
              <a:srgbClr val="D7E1EC"/>
            </a:solidFill>
            <a:prstDash val="solid"/>
          </a:ln>
        </p:spPr>
      </p:sp>
      <p:sp>
        <p:nvSpPr>
          <p:cNvPr id="15" name="">
            <a:extLst xmlns:a="http://schemas.openxmlformats.org/drawingml/2006/main">
              <a:ext uri="{FF2B5EF4-FFF2-40B4-BE49-F238E27FC236}">
                <a16:creationId xmlns:a16="http://schemas.microsoft.com/office/drawing/2014/main" id="{B0708354-3E22-4578-A6D7-1388EB72DBBE}"/>
              </a:ext>
            </a:extLst>
          </p:cNvPr>
          <p:cNvSpPr>
            <a:spLocks xmlns:a="http://schemas.openxmlformats.org/drawingml/2006/main" noGrp="1"/>
          </p:cNvSpPr>
          <p:nvPr/>
        </p:nvSpPr>
        <p:spPr>
          <a:xfrm xmlns:a="http://schemas.openxmlformats.org/drawingml/2006/main">
            <a:off x="3467100" y="2209800"/>
            <a:ext cx="361950" cy="361950"/>
          </a:xfrm>
          <a:prstGeom xmlns:a="http://schemas.openxmlformats.org/drawingml/2006/main" prst="roundRect">
            <a:avLst>
              <a:gd name="adj" fmla="val 50000"/>
            </a:avLst>
          </a:prstGeom>
          <a:solidFill xmlns:a="http://schemas.openxmlformats.org/drawingml/2006/main">
            <a:srgbClr val="E9F0FF"/>
          </a:solidFill>
          <a:ln xmlns:a="http://schemas.openxmlformats.org/drawingml/2006/main" w="0">
            <a:solidFill>
              <a:srgbClr val="E9F0FF"/>
            </a:solidFill>
            <a:prstDash val="solid"/>
          </a:ln>
        </p:spPr>
      </p:sp>
      <p:sp>
        <p:nvSpPr>
          <p:cNvPr id="16" name="">
            <a:extLst xmlns:a="http://schemas.openxmlformats.org/drawingml/2006/main">
              <a:ext uri="{FF2B5EF4-FFF2-40B4-BE49-F238E27FC236}">
                <a16:creationId xmlns:a16="http://schemas.microsoft.com/office/drawing/2014/main" id="{DF4598DE-8319-4BB2-957B-07AF7D137AC0}"/>
              </a:ext>
            </a:extLst>
          </p:cNvPr>
          <p:cNvSpPr>
            <a:spLocks xmlns:a="http://schemas.openxmlformats.org/drawingml/2006/main" noGrp="1"/>
          </p:cNvSpPr>
          <p:nvPr/>
        </p:nvSpPr>
        <p:spPr>
          <a:xfrm xmlns:a="http://schemas.openxmlformats.org/drawingml/2006/main">
            <a:off x="3467100" y="2209800"/>
            <a:ext cx="3619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25" b="1">
                <a:solidFill>
                  <a:srgbClr val="2F6FED"/>
                </a:solidFill>
              </a:defRPr>
            </a:pPr>
            <a:r>
              <a:rPr sz="1125" b="1">
                <a:solidFill>
                  <a:srgbClr val="2F6FED"/>
                </a:solidFill>
              </a:rPr>
              <a:t>2</a:t>
            </a:r>
          </a:p>
        </p:txBody>
      </p:sp>
      <p:sp>
        <p:nvSpPr>
          <p:cNvPr id="17" name="">
            <a:extLst xmlns:a="http://schemas.openxmlformats.org/drawingml/2006/main">
              <a:ext uri="{FF2B5EF4-FFF2-40B4-BE49-F238E27FC236}">
                <a16:creationId xmlns:a16="http://schemas.microsoft.com/office/drawing/2014/main" id="{62499450-3AE6-42A7-98DB-A4A1B8CFACF0}"/>
              </a:ext>
            </a:extLst>
          </p:cNvPr>
          <p:cNvSpPr>
            <a:spLocks xmlns:a="http://schemas.openxmlformats.org/drawingml/2006/main" noGrp="1"/>
          </p:cNvSpPr>
          <p:nvPr/>
        </p:nvSpPr>
        <p:spPr>
          <a:xfrm xmlns:a="http://schemas.openxmlformats.org/drawingml/2006/main">
            <a:off x="3924300" y="2200275"/>
            <a:ext cx="16573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02A43"/>
                </a:solidFill>
              </a:defRPr>
            </a:pPr>
            <a:r>
              <a:rPr sz="1275" b="1">
                <a:solidFill>
                  <a:srgbClr val="102A43"/>
                </a:solidFill>
              </a:rPr>
              <a:t>FastAPI API</a:t>
            </a:r>
          </a:p>
        </p:txBody>
      </p:sp>
      <p:sp>
        <p:nvSpPr>
          <p:cNvPr id="18" name="">
            <a:extLst xmlns:a="http://schemas.openxmlformats.org/drawingml/2006/main">
              <a:ext uri="{FF2B5EF4-FFF2-40B4-BE49-F238E27FC236}">
                <a16:creationId xmlns:a16="http://schemas.microsoft.com/office/drawing/2014/main" id="{2A1EDA88-36F2-49A4-9052-3636357A14A6}"/>
              </a:ext>
            </a:extLst>
          </p:cNvPr>
          <p:cNvSpPr>
            <a:spLocks xmlns:a="http://schemas.openxmlformats.org/drawingml/2006/main" noGrp="1"/>
          </p:cNvSpPr>
          <p:nvPr/>
        </p:nvSpPr>
        <p:spPr>
          <a:xfrm xmlns:a="http://schemas.openxmlformats.org/drawingml/2006/main">
            <a:off x="3505200" y="2657475"/>
            <a:ext cx="2038350" cy="571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b="0">
                <a:solidFill>
                  <a:srgbClr val="52667A"/>
                </a:solidFill>
              </a:defRPr>
            </a:pPr>
            <a:r>
              <a:rPr sz="1050" b="0">
                <a:solidFill>
                  <a:srgbClr val="52667A"/>
                </a:solidFill>
              </a:rPr>
              <a:t>Typed endpoints and validation</a:t>
            </a:r>
          </a:p>
        </p:txBody>
      </p:sp>
      <p:sp>
        <p:nvSpPr>
          <p:cNvPr id="19" name="">
            <a:extLst xmlns:a="http://schemas.openxmlformats.org/drawingml/2006/main">
              <a:ext uri="{FF2B5EF4-FFF2-40B4-BE49-F238E27FC236}">
                <a16:creationId xmlns:a16="http://schemas.microsoft.com/office/drawing/2014/main" id="{BC897BF4-39E7-4F16-AB51-0D1A519A3138}"/>
              </a:ext>
            </a:extLst>
          </p:cNvPr>
          <p:cNvSpPr>
            <a:spLocks xmlns:a="http://schemas.openxmlformats.org/drawingml/2006/main" noGrp="1"/>
          </p:cNvSpPr>
          <p:nvPr/>
        </p:nvSpPr>
        <p:spPr>
          <a:xfrm xmlns:a="http://schemas.openxmlformats.org/drawingml/2006/main">
            <a:off x="6115050" y="2076450"/>
            <a:ext cx="2381250" cy="125730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9525">
            <a:solidFill>
              <a:srgbClr val="D7E1EC"/>
            </a:solidFill>
            <a:prstDash val="solid"/>
          </a:ln>
        </p:spPr>
      </p:sp>
      <p:sp>
        <p:nvSpPr>
          <p:cNvPr id="20" name="">
            <a:extLst xmlns:a="http://schemas.openxmlformats.org/drawingml/2006/main">
              <a:ext uri="{FF2B5EF4-FFF2-40B4-BE49-F238E27FC236}">
                <a16:creationId xmlns:a16="http://schemas.microsoft.com/office/drawing/2014/main" id="{DAC5285E-C726-45DE-A1C1-F118FE19EE2F}"/>
              </a:ext>
            </a:extLst>
          </p:cNvPr>
          <p:cNvSpPr>
            <a:spLocks xmlns:a="http://schemas.openxmlformats.org/drawingml/2006/main" noGrp="1"/>
          </p:cNvSpPr>
          <p:nvPr/>
        </p:nvSpPr>
        <p:spPr>
          <a:xfrm xmlns:a="http://schemas.openxmlformats.org/drawingml/2006/main">
            <a:off x="6248400" y="2209800"/>
            <a:ext cx="361950" cy="361950"/>
          </a:xfrm>
          <a:prstGeom xmlns:a="http://schemas.openxmlformats.org/drawingml/2006/main" prst="roundRect">
            <a:avLst>
              <a:gd name="adj" fmla="val 50000"/>
            </a:avLst>
          </a:prstGeom>
          <a:solidFill xmlns:a="http://schemas.openxmlformats.org/drawingml/2006/main">
            <a:srgbClr val="E7F8F4"/>
          </a:solidFill>
          <a:ln xmlns:a="http://schemas.openxmlformats.org/drawingml/2006/main" w="0">
            <a:solidFill>
              <a:srgbClr val="E7F8F4"/>
            </a:solidFill>
            <a:prstDash val="solid"/>
          </a:ln>
        </p:spPr>
      </p:sp>
      <p:sp>
        <p:nvSpPr>
          <p:cNvPr id="21" name="">
            <a:extLst xmlns:a="http://schemas.openxmlformats.org/drawingml/2006/main">
              <a:ext uri="{FF2B5EF4-FFF2-40B4-BE49-F238E27FC236}">
                <a16:creationId xmlns:a16="http://schemas.microsoft.com/office/drawing/2014/main" id="{AF980240-61B8-42F6-AE61-F41D5001ECDB}"/>
              </a:ext>
            </a:extLst>
          </p:cNvPr>
          <p:cNvSpPr>
            <a:spLocks xmlns:a="http://schemas.openxmlformats.org/drawingml/2006/main" noGrp="1"/>
          </p:cNvSpPr>
          <p:nvPr/>
        </p:nvSpPr>
        <p:spPr>
          <a:xfrm xmlns:a="http://schemas.openxmlformats.org/drawingml/2006/main">
            <a:off x="6248400" y="2209800"/>
            <a:ext cx="3619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25" b="1">
                <a:solidFill>
                  <a:srgbClr val="18A999"/>
                </a:solidFill>
              </a:defRPr>
            </a:pPr>
            <a:r>
              <a:rPr sz="1125" b="1">
                <a:solidFill>
                  <a:srgbClr val="18A999"/>
                </a:solidFill>
              </a:rPr>
              <a:t>3</a:t>
            </a:r>
          </a:p>
        </p:txBody>
      </p:sp>
      <p:sp>
        <p:nvSpPr>
          <p:cNvPr id="22" name="">
            <a:extLst xmlns:a="http://schemas.openxmlformats.org/drawingml/2006/main">
              <a:ext uri="{FF2B5EF4-FFF2-40B4-BE49-F238E27FC236}">
                <a16:creationId xmlns:a16="http://schemas.microsoft.com/office/drawing/2014/main" id="{AC2B3ABC-AA93-4F3D-A682-1A75D44E9BAD}"/>
              </a:ext>
            </a:extLst>
          </p:cNvPr>
          <p:cNvSpPr>
            <a:spLocks xmlns:a="http://schemas.openxmlformats.org/drawingml/2006/main" noGrp="1"/>
          </p:cNvSpPr>
          <p:nvPr/>
        </p:nvSpPr>
        <p:spPr>
          <a:xfrm xmlns:a="http://schemas.openxmlformats.org/drawingml/2006/main">
            <a:off x="6705600" y="2200275"/>
            <a:ext cx="16573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02A43"/>
                </a:solidFill>
              </a:defRPr>
            </a:pPr>
            <a:r>
              <a:rPr sz="1275" b="1">
                <a:solidFill>
                  <a:srgbClr val="102A43"/>
                </a:solidFill>
              </a:rPr>
              <a:t>Agent Planner</a:t>
            </a:r>
          </a:p>
        </p:txBody>
      </p:sp>
      <p:sp>
        <p:nvSpPr>
          <p:cNvPr id="23" name="">
            <a:extLst xmlns:a="http://schemas.openxmlformats.org/drawingml/2006/main">
              <a:ext uri="{FF2B5EF4-FFF2-40B4-BE49-F238E27FC236}">
                <a16:creationId xmlns:a16="http://schemas.microsoft.com/office/drawing/2014/main" id="{A6348817-C140-4010-937D-19CFEDDA5126}"/>
              </a:ext>
            </a:extLst>
          </p:cNvPr>
          <p:cNvSpPr>
            <a:spLocks xmlns:a="http://schemas.openxmlformats.org/drawingml/2006/main" noGrp="1"/>
          </p:cNvSpPr>
          <p:nvPr/>
        </p:nvSpPr>
        <p:spPr>
          <a:xfrm xmlns:a="http://schemas.openxmlformats.org/drawingml/2006/main">
            <a:off x="6286500" y="2657475"/>
            <a:ext cx="2038350" cy="571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b="0">
                <a:solidFill>
                  <a:srgbClr val="52667A"/>
                </a:solidFill>
              </a:defRPr>
            </a:pPr>
            <a:r>
              <a:rPr sz="1050" b="0">
                <a:solidFill>
                  <a:srgbClr val="52667A"/>
                </a:solidFill>
              </a:rPr>
              <a:t>Classifies intent and decides workflow</a:t>
            </a:r>
          </a:p>
        </p:txBody>
      </p:sp>
      <p:sp>
        <p:nvSpPr>
          <p:cNvPr id="24" name="">
            <a:extLst xmlns:a="http://schemas.openxmlformats.org/drawingml/2006/main">
              <a:ext uri="{FF2B5EF4-FFF2-40B4-BE49-F238E27FC236}">
                <a16:creationId xmlns:a16="http://schemas.microsoft.com/office/drawing/2014/main" id="{D8BD4F29-FCDE-424D-A8E5-29908BF4C013}"/>
              </a:ext>
            </a:extLst>
          </p:cNvPr>
          <p:cNvSpPr>
            <a:spLocks xmlns:a="http://schemas.openxmlformats.org/drawingml/2006/main" noGrp="1"/>
          </p:cNvSpPr>
          <p:nvPr/>
        </p:nvSpPr>
        <p:spPr>
          <a:xfrm xmlns:a="http://schemas.openxmlformats.org/drawingml/2006/main">
            <a:off x="8896350" y="2076450"/>
            <a:ext cx="2381250" cy="125730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9525">
            <a:solidFill>
              <a:srgbClr val="D7E1EC"/>
            </a:solidFill>
            <a:prstDash val="solid"/>
          </a:ln>
        </p:spPr>
      </p:sp>
      <p:sp>
        <p:nvSpPr>
          <p:cNvPr id="25" name="">
            <a:extLst xmlns:a="http://schemas.openxmlformats.org/drawingml/2006/main">
              <a:ext uri="{FF2B5EF4-FFF2-40B4-BE49-F238E27FC236}">
                <a16:creationId xmlns:a16="http://schemas.microsoft.com/office/drawing/2014/main" id="{2582289C-5608-4271-9DF5-C6238643ADE9}"/>
              </a:ext>
            </a:extLst>
          </p:cNvPr>
          <p:cNvSpPr>
            <a:spLocks xmlns:a="http://schemas.openxmlformats.org/drawingml/2006/main" noGrp="1"/>
          </p:cNvSpPr>
          <p:nvPr/>
        </p:nvSpPr>
        <p:spPr>
          <a:xfrm xmlns:a="http://schemas.openxmlformats.org/drawingml/2006/main">
            <a:off x="9029700" y="2209800"/>
            <a:ext cx="361950" cy="361950"/>
          </a:xfrm>
          <a:prstGeom xmlns:a="http://schemas.openxmlformats.org/drawingml/2006/main" prst="roundRect">
            <a:avLst>
              <a:gd name="adj" fmla="val 50000"/>
            </a:avLst>
          </a:prstGeom>
          <a:solidFill xmlns:a="http://schemas.openxmlformats.org/drawingml/2006/main">
            <a:srgbClr val="FFF3E2"/>
          </a:solidFill>
          <a:ln xmlns:a="http://schemas.openxmlformats.org/drawingml/2006/main" w="0">
            <a:solidFill>
              <a:srgbClr val="FFF3E2"/>
            </a:solidFill>
            <a:prstDash val="solid"/>
          </a:ln>
        </p:spPr>
      </p:sp>
      <p:sp>
        <p:nvSpPr>
          <p:cNvPr id="26" name="">
            <a:extLst xmlns:a="http://schemas.openxmlformats.org/drawingml/2006/main">
              <a:ext uri="{FF2B5EF4-FFF2-40B4-BE49-F238E27FC236}">
                <a16:creationId xmlns:a16="http://schemas.microsoft.com/office/drawing/2014/main" id="{F3D06FF3-9D6C-4048-B526-B1E168AA7C49}"/>
              </a:ext>
            </a:extLst>
          </p:cNvPr>
          <p:cNvSpPr>
            <a:spLocks xmlns:a="http://schemas.openxmlformats.org/drawingml/2006/main" noGrp="1"/>
          </p:cNvSpPr>
          <p:nvPr/>
        </p:nvSpPr>
        <p:spPr>
          <a:xfrm xmlns:a="http://schemas.openxmlformats.org/drawingml/2006/main">
            <a:off x="9029700" y="2209800"/>
            <a:ext cx="3619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25" b="1">
                <a:solidFill>
                  <a:srgbClr val="F4A340"/>
                </a:solidFill>
              </a:defRPr>
            </a:pPr>
            <a:r>
              <a:rPr sz="1125" b="1">
                <a:solidFill>
                  <a:srgbClr val="F4A340"/>
                </a:solidFill>
              </a:rPr>
              <a:t>4</a:t>
            </a:r>
          </a:p>
        </p:txBody>
      </p:sp>
      <p:sp>
        <p:nvSpPr>
          <p:cNvPr id="27" name="">
            <a:extLst xmlns:a="http://schemas.openxmlformats.org/drawingml/2006/main">
              <a:ext uri="{FF2B5EF4-FFF2-40B4-BE49-F238E27FC236}">
                <a16:creationId xmlns:a16="http://schemas.microsoft.com/office/drawing/2014/main" id="{028B0D70-9A0B-43DA-9DE8-44FDA8A66ABA}"/>
              </a:ext>
            </a:extLst>
          </p:cNvPr>
          <p:cNvSpPr>
            <a:spLocks xmlns:a="http://schemas.openxmlformats.org/drawingml/2006/main" noGrp="1"/>
          </p:cNvSpPr>
          <p:nvPr/>
        </p:nvSpPr>
        <p:spPr>
          <a:xfrm xmlns:a="http://schemas.openxmlformats.org/drawingml/2006/main">
            <a:off x="9486900" y="2200275"/>
            <a:ext cx="16573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02A43"/>
                </a:solidFill>
              </a:defRPr>
            </a:pPr>
            <a:r>
              <a:rPr sz="1275" b="1">
                <a:solidFill>
                  <a:srgbClr val="102A43"/>
                </a:solidFill>
              </a:rPr>
              <a:t>Memory SQLite</a:t>
            </a:r>
          </a:p>
        </p:txBody>
      </p:sp>
      <p:sp>
        <p:nvSpPr>
          <p:cNvPr id="28" name="">
            <a:extLst xmlns:a="http://schemas.openxmlformats.org/drawingml/2006/main">
              <a:ext uri="{FF2B5EF4-FFF2-40B4-BE49-F238E27FC236}">
                <a16:creationId xmlns:a16="http://schemas.microsoft.com/office/drawing/2014/main" id="{2578FC3B-2EEC-4094-9EA8-0420D19CF476}"/>
              </a:ext>
            </a:extLst>
          </p:cNvPr>
          <p:cNvSpPr>
            <a:spLocks xmlns:a="http://schemas.openxmlformats.org/drawingml/2006/main" noGrp="1"/>
          </p:cNvSpPr>
          <p:nvPr/>
        </p:nvSpPr>
        <p:spPr>
          <a:xfrm xmlns:a="http://schemas.openxmlformats.org/drawingml/2006/main">
            <a:off x="9067800" y="2657475"/>
            <a:ext cx="2038350" cy="571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b="0">
                <a:solidFill>
                  <a:srgbClr val="52667A"/>
                </a:solidFill>
              </a:defRPr>
            </a:pPr>
            <a:r>
              <a:rPr sz="1050" b="0">
                <a:solidFill>
                  <a:srgbClr val="52667A"/>
                </a:solidFill>
              </a:rPr>
              <a:t>Stores user role and preferences</a:t>
            </a:r>
          </a:p>
        </p:txBody>
      </p:sp>
      <p:sp>
        <p:nvSpPr>
          <p:cNvPr id="29" name="">
            <a:extLst xmlns:a="http://schemas.openxmlformats.org/drawingml/2006/main">
              <a:ext uri="{FF2B5EF4-FFF2-40B4-BE49-F238E27FC236}">
                <a16:creationId xmlns:a16="http://schemas.microsoft.com/office/drawing/2014/main" id="{806EA0DE-1787-4877-9620-C0FF7A65287B}"/>
              </a:ext>
            </a:extLst>
          </p:cNvPr>
          <p:cNvSpPr>
            <a:spLocks xmlns:a="http://schemas.openxmlformats.org/drawingml/2006/main" noGrp="1"/>
          </p:cNvSpPr>
          <p:nvPr/>
        </p:nvSpPr>
        <p:spPr>
          <a:xfrm xmlns:a="http://schemas.openxmlformats.org/drawingml/2006/main">
            <a:off x="2952750" y="2543175"/>
            <a:ext cx="3238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99449"/>
          </a:bodyPr>
          <a:lstStyle xmlns:a="http://schemas.openxmlformats.org/drawingml/2006/main"/>
          <a:p xmlns:a="http://schemas.openxmlformats.org/drawingml/2006/main">
            <a:pPr algn="ctr">
              <a:defRPr sz="2100" b="1">
                <a:solidFill>
                  <a:srgbClr val="2F6FED"/>
                </a:solidFill>
              </a:defRPr>
            </a:pPr>
            <a:r>
              <a:rPr sz="2100" b="1">
                <a:solidFill>
                  <a:srgbClr val="2F6FED"/>
                </a:solidFill>
              </a:rPr>
              <a:t>→</a:t>
            </a:r>
          </a:p>
        </p:txBody>
      </p:sp>
      <p:sp>
        <p:nvSpPr>
          <p:cNvPr id="30" name="">
            <a:extLst xmlns:a="http://schemas.openxmlformats.org/drawingml/2006/main">
              <a:ext uri="{FF2B5EF4-FFF2-40B4-BE49-F238E27FC236}">
                <a16:creationId xmlns:a16="http://schemas.microsoft.com/office/drawing/2014/main" id="{72567E1D-1756-4983-B37A-57345A312039}"/>
              </a:ext>
            </a:extLst>
          </p:cNvPr>
          <p:cNvSpPr>
            <a:spLocks xmlns:a="http://schemas.openxmlformats.org/drawingml/2006/main" noGrp="1"/>
          </p:cNvSpPr>
          <p:nvPr/>
        </p:nvSpPr>
        <p:spPr>
          <a:xfrm xmlns:a="http://schemas.openxmlformats.org/drawingml/2006/main">
            <a:off x="5734050" y="2543175"/>
            <a:ext cx="3238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99449"/>
          </a:bodyPr>
          <a:lstStyle xmlns:a="http://schemas.openxmlformats.org/drawingml/2006/main"/>
          <a:p xmlns:a="http://schemas.openxmlformats.org/drawingml/2006/main">
            <a:pPr algn="ctr">
              <a:defRPr sz="2100" b="1">
                <a:solidFill>
                  <a:srgbClr val="2F6FED"/>
                </a:solidFill>
              </a:defRPr>
            </a:pPr>
            <a:r>
              <a:rPr sz="2100" b="1">
                <a:solidFill>
                  <a:srgbClr val="2F6FED"/>
                </a:solidFill>
              </a:rPr>
              <a:t>→</a:t>
            </a:r>
          </a:p>
        </p:txBody>
      </p:sp>
      <p:sp>
        <p:nvSpPr>
          <p:cNvPr id="31" name="">
            <a:extLst xmlns:a="http://schemas.openxmlformats.org/drawingml/2006/main">
              <a:ext uri="{FF2B5EF4-FFF2-40B4-BE49-F238E27FC236}">
                <a16:creationId xmlns:a16="http://schemas.microsoft.com/office/drawing/2014/main" id="{E324BED5-3E7D-4705-BF3C-15BAAB3A12A5}"/>
              </a:ext>
            </a:extLst>
          </p:cNvPr>
          <p:cNvSpPr>
            <a:spLocks xmlns:a="http://schemas.openxmlformats.org/drawingml/2006/main" noGrp="1"/>
          </p:cNvSpPr>
          <p:nvPr/>
        </p:nvSpPr>
        <p:spPr>
          <a:xfrm xmlns:a="http://schemas.openxmlformats.org/drawingml/2006/main">
            <a:off x="8515350" y="2543175"/>
            <a:ext cx="3238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99449"/>
          </a:bodyPr>
          <a:lstStyle xmlns:a="http://schemas.openxmlformats.org/drawingml/2006/main"/>
          <a:p xmlns:a="http://schemas.openxmlformats.org/drawingml/2006/main">
            <a:pPr algn="ctr">
              <a:defRPr sz="2100" b="1">
                <a:solidFill>
                  <a:srgbClr val="2F6FED"/>
                </a:solidFill>
              </a:defRPr>
            </a:pPr>
            <a:r>
              <a:rPr sz="2100" b="1">
                <a:solidFill>
                  <a:srgbClr val="2F6FED"/>
                </a:solidFill>
              </a:rPr>
              <a:t>→</a:t>
            </a:r>
          </a:p>
        </p:txBody>
      </p:sp>
      <p:sp>
        <p:nvSpPr>
          <p:cNvPr id="32" name="">
            <a:extLst xmlns:a="http://schemas.openxmlformats.org/drawingml/2006/main">
              <a:ext uri="{FF2B5EF4-FFF2-40B4-BE49-F238E27FC236}">
                <a16:creationId xmlns:a16="http://schemas.microsoft.com/office/drawing/2014/main" id="{5E4083A7-D5C1-448D-BB10-D8536C82560B}"/>
              </a:ext>
            </a:extLst>
          </p:cNvPr>
          <p:cNvSpPr>
            <a:spLocks xmlns:a="http://schemas.openxmlformats.org/drawingml/2006/main" noGrp="1"/>
          </p:cNvSpPr>
          <p:nvPr/>
        </p:nvSpPr>
        <p:spPr>
          <a:xfrm xmlns:a="http://schemas.openxmlformats.org/drawingml/2006/main">
            <a:off x="9925050" y="3400425"/>
            <a:ext cx="3238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99449"/>
          </a:bodyPr>
          <a:lstStyle xmlns:a="http://schemas.openxmlformats.org/drawingml/2006/main"/>
          <a:p xmlns:a="http://schemas.openxmlformats.org/drawingml/2006/main">
            <a:pPr algn="ctr">
              <a:defRPr sz="2100" b="1">
                <a:solidFill>
                  <a:srgbClr val="2F6FED"/>
                </a:solidFill>
              </a:defRPr>
            </a:pPr>
            <a:r>
              <a:rPr sz="2100" b="1">
                <a:solidFill>
                  <a:srgbClr val="2F6FED"/>
                </a:solidFill>
              </a:rPr>
              <a:t>↓</a:t>
            </a:r>
          </a:p>
        </p:txBody>
      </p:sp>
      <p:sp>
        <p:nvSpPr>
          <p:cNvPr id="33" name="">
            <a:extLst xmlns:a="http://schemas.openxmlformats.org/drawingml/2006/main">
              <a:ext uri="{FF2B5EF4-FFF2-40B4-BE49-F238E27FC236}">
                <a16:creationId xmlns:a16="http://schemas.microsoft.com/office/drawing/2014/main" id="{3FF04AED-01A0-4700-8A1B-0FCF33F8E7E0}"/>
              </a:ext>
            </a:extLst>
          </p:cNvPr>
          <p:cNvSpPr>
            <a:spLocks xmlns:a="http://schemas.openxmlformats.org/drawingml/2006/main" noGrp="1"/>
          </p:cNvSpPr>
          <p:nvPr/>
        </p:nvSpPr>
        <p:spPr>
          <a:xfrm xmlns:a="http://schemas.openxmlformats.org/drawingml/2006/main">
            <a:off x="8896350" y="3848100"/>
            <a:ext cx="2381250" cy="125730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9525">
            <a:solidFill>
              <a:srgbClr val="D7E1EC"/>
            </a:solidFill>
            <a:prstDash val="solid"/>
          </a:ln>
        </p:spPr>
      </p:sp>
      <p:sp>
        <p:nvSpPr>
          <p:cNvPr id="34" name="">
            <a:extLst xmlns:a="http://schemas.openxmlformats.org/drawingml/2006/main">
              <a:ext uri="{FF2B5EF4-FFF2-40B4-BE49-F238E27FC236}">
                <a16:creationId xmlns:a16="http://schemas.microsoft.com/office/drawing/2014/main" id="{665A3369-BF46-49B3-A79C-D99F78AF1555}"/>
              </a:ext>
            </a:extLst>
          </p:cNvPr>
          <p:cNvSpPr>
            <a:spLocks xmlns:a="http://schemas.openxmlformats.org/drawingml/2006/main" noGrp="1"/>
          </p:cNvSpPr>
          <p:nvPr/>
        </p:nvSpPr>
        <p:spPr>
          <a:xfrm xmlns:a="http://schemas.openxmlformats.org/drawingml/2006/main">
            <a:off x="9029700" y="3981450"/>
            <a:ext cx="361950" cy="361950"/>
          </a:xfrm>
          <a:prstGeom xmlns:a="http://schemas.openxmlformats.org/drawingml/2006/main" prst="roundRect">
            <a:avLst>
              <a:gd name="adj" fmla="val 50000"/>
            </a:avLst>
          </a:prstGeom>
          <a:solidFill xmlns:a="http://schemas.openxmlformats.org/drawingml/2006/main">
            <a:srgbClr val="E9F0FF"/>
          </a:solidFill>
          <a:ln xmlns:a="http://schemas.openxmlformats.org/drawingml/2006/main" w="0">
            <a:solidFill>
              <a:srgbClr val="E9F0FF"/>
            </a:solidFill>
            <a:prstDash val="solid"/>
          </a:ln>
        </p:spPr>
      </p:sp>
      <p:sp>
        <p:nvSpPr>
          <p:cNvPr id="35" name="">
            <a:extLst xmlns:a="http://schemas.openxmlformats.org/drawingml/2006/main">
              <a:ext uri="{FF2B5EF4-FFF2-40B4-BE49-F238E27FC236}">
                <a16:creationId xmlns:a16="http://schemas.microsoft.com/office/drawing/2014/main" id="{6A7B3505-8C55-4DA9-9481-57B715BD1D41}"/>
              </a:ext>
            </a:extLst>
          </p:cNvPr>
          <p:cNvSpPr>
            <a:spLocks xmlns:a="http://schemas.openxmlformats.org/drawingml/2006/main" noGrp="1"/>
          </p:cNvSpPr>
          <p:nvPr/>
        </p:nvSpPr>
        <p:spPr>
          <a:xfrm xmlns:a="http://schemas.openxmlformats.org/drawingml/2006/main">
            <a:off x="9029700" y="3981450"/>
            <a:ext cx="3619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25" b="1">
                <a:solidFill>
                  <a:srgbClr val="2F6FED"/>
                </a:solidFill>
              </a:defRPr>
            </a:pPr>
            <a:r>
              <a:rPr sz="1125" b="1">
                <a:solidFill>
                  <a:srgbClr val="2F6FED"/>
                </a:solidFill>
              </a:rPr>
              <a:t>5</a:t>
            </a:r>
          </a:p>
        </p:txBody>
      </p:sp>
      <p:sp>
        <p:nvSpPr>
          <p:cNvPr id="36" name="">
            <a:extLst xmlns:a="http://schemas.openxmlformats.org/drawingml/2006/main">
              <a:ext uri="{FF2B5EF4-FFF2-40B4-BE49-F238E27FC236}">
                <a16:creationId xmlns:a16="http://schemas.microsoft.com/office/drawing/2014/main" id="{6043579D-CA90-4799-BAF7-22874FDFBF39}"/>
              </a:ext>
            </a:extLst>
          </p:cNvPr>
          <p:cNvSpPr>
            <a:spLocks xmlns:a="http://schemas.openxmlformats.org/drawingml/2006/main" noGrp="1"/>
          </p:cNvSpPr>
          <p:nvPr/>
        </p:nvSpPr>
        <p:spPr>
          <a:xfrm xmlns:a="http://schemas.openxmlformats.org/drawingml/2006/main">
            <a:off x="9486900" y="3971925"/>
            <a:ext cx="16573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02A43"/>
                </a:solidFill>
              </a:defRPr>
            </a:pPr>
            <a:r>
              <a:rPr sz="1275" b="1">
                <a:solidFill>
                  <a:srgbClr val="102A43"/>
                </a:solidFill>
              </a:rPr>
              <a:t>RAG Vector Store</a:t>
            </a:r>
          </a:p>
        </p:txBody>
      </p:sp>
      <p:sp>
        <p:nvSpPr>
          <p:cNvPr id="37" name="">
            <a:extLst xmlns:a="http://schemas.openxmlformats.org/drawingml/2006/main">
              <a:ext uri="{FF2B5EF4-FFF2-40B4-BE49-F238E27FC236}">
                <a16:creationId xmlns:a16="http://schemas.microsoft.com/office/drawing/2014/main" id="{E92E7376-6DCB-4D28-9BB1-905F82418498}"/>
              </a:ext>
            </a:extLst>
          </p:cNvPr>
          <p:cNvSpPr>
            <a:spLocks xmlns:a="http://schemas.openxmlformats.org/drawingml/2006/main" noGrp="1"/>
          </p:cNvSpPr>
          <p:nvPr/>
        </p:nvSpPr>
        <p:spPr>
          <a:xfrm xmlns:a="http://schemas.openxmlformats.org/drawingml/2006/main">
            <a:off x="9067800" y="4429125"/>
            <a:ext cx="2038350" cy="571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b="0">
                <a:solidFill>
                  <a:srgbClr val="52667A"/>
                </a:solidFill>
              </a:defRPr>
            </a:pPr>
            <a:r>
              <a:rPr sz="1050" b="0">
                <a:solidFill>
                  <a:srgbClr val="52667A"/>
                </a:solidFill>
              </a:rPr>
              <a:t>Retrieves source-labelled study knowledge</a:t>
            </a:r>
          </a:p>
        </p:txBody>
      </p:sp>
      <p:sp>
        <p:nvSpPr>
          <p:cNvPr id="38" name="">
            <a:extLst xmlns:a="http://schemas.openxmlformats.org/drawingml/2006/main">
              <a:ext uri="{FF2B5EF4-FFF2-40B4-BE49-F238E27FC236}">
                <a16:creationId xmlns:a16="http://schemas.microsoft.com/office/drawing/2014/main" id="{34B9E9D3-3FFF-4AC0-AB2E-81A1E9BC1DC0}"/>
              </a:ext>
            </a:extLst>
          </p:cNvPr>
          <p:cNvSpPr>
            <a:spLocks xmlns:a="http://schemas.openxmlformats.org/drawingml/2006/main" noGrp="1"/>
          </p:cNvSpPr>
          <p:nvPr/>
        </p:nvSpPr>
        <p:spPr>
          <a:xfrm xmlns:a="http://schemas.openxmlformats.org/drawingml/2006/main">
            <a:off x="6115050" y="3848100"/>
            <a:ext cx="2381250" cy="125730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9525">
            <a:solidFill>
              <a:srgbClr val="D7E1EC"/>
            </a:solidFill>
            <a:prstDash val="solid"/>
          </a:ln>
        </p:spPr>
      </p:sp>
      <p:sp>
        <p:nvSpPr>
          <p:cNvPr id="39" name="">
            <a:extLst xmlns:a="http://schemas.openxmlformats.org/drawingml/2006/main">
              <a:ext uri="{FF2B5EF4-FFF2-40B4-BE49-F238E27FC236}">
                <a16:creationId xmlns:a16="http://schemas.microsoft.com/office/drawing/2014/main" id="{3C92C443-A688-4E0A-B2DC-4ECD37E67932}"/>
              </a:ext>
            </a:extLst>
          </p:cNvPr>
          <p:cNvSpPr>
            <a:spLocks xmlns:a="http://schemas.openxmlformats.org/drawingml/2006/main" noGrp="1"/>
          </p:cNvSpPr>
          <p:nvPr/>
        </p:nvSpPr>
        <p:spPr>
          <a:xfrm xmlns:a="http://schemas.openxmlformats.org/drawingml/2006/main">
            <a:off x="6248400" y="3981450"/>
            <a:ext cx="361950" cy="361950"/>
          </a:xfrm>
          <a:prstGeom xmlns:a="http://schemas.openxmlformats.org/drawingml/2006/main" prst="roundRect">
            <a:avLst>
              <a:gd name="adj" fmla="val 50000"/>
            </a:avLst>
          </a:prstGeom>
          <a:solidFill xmlns:a="http://schemas.openxmlformats.org/drawingml/2006/main">
            <a:srgbClr val="E7F8F4"/>
          </a:solidFill>
          <a:ln xmlns:a="http://schemas.openxmlformats.org/drawingml/2006/main" w="0">
            <a:solidFill>
              <a:srgbClr val="E7F8F4"/>
            </a:solidFill>
            <a:prstDash val="solid"/>
          </a:ln>
        </p:spPr>
      </p:sp>
      <p:sp>
        <p:nvSpPr>
          <p:cNvPr id="40" name="">
            <a:extLst xmlns:a="http://schemas.openxmlformats.org/drawingml/2006/main">
              <a:ext uri="{FF2B5EF4-FFF2-40B4-BE49-F238E27FC236}">
                <a16:creationId xmlns:a16="http://schemas.microsoft.com/office/drawing/2014/main" id="{2C7A4B05-0DF7-4BE5-ADDA-DB843AEE76E8}"/>
              </a:ext>
            </a:extLst>
          </p:cNvPr>
          <p:cNvSpPr>
            <a:spLocks xmlns:a="http://schemas.openxmlformats.org/drawingml/2006/main" noGrp="1"/>
          </p:cNvSpPr>
          <p:nvPr/>
        </p:nvSpPr>
        <p:spPr>
          <a:xfrm xmlns:a="http://schemas.openxmlformats.org/drawingml/2006/main">
            <a:off x="6248400" y="3981450"/>
            <a:ext cx="3619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25" b="1">
                <a:solidFill>
                  <a:srgbClr val="18A999"/>
                </a:solidFill>
              </a:defRPr>
            </a:pPr>
            <a:r>
              <a:rPr sz="1125" b="1">
                <a:solidFill>
                  <a:srgbClr val="18A999"/>
                </a:solidFill>
              </a:rPr>
              <a:t>6</a:t>
            </a:r>
          </a:p>
        </p:txBody>
      </p:sp>
      <p:sp>
        <p:nvSpPr>
          <p:cNvPr id="41" name="">
            <a:extLst xmlns:a="http://schemas.openxmlformats.org/drawingml/2006/main">
              <a:ext uri="{FF2B5EF4-FFF2-40B4-BE49-F238E27FC236}">
                <a16:creationId xmlns:a16="http://schemas.microsoft.com/office/drawing/2014/main" id="{F8EEB54D-1B95-4DD1-906A-8007B6F83ADD}"/>
              </a:ext>
            </a:extLst>
          </p:cNvPr>
          <p:cNvSpPr>
            <a:spLocks xmlns:a="http://schemas.openxmlformats.org/drawingml/2006/main" noGrp="1"/>
          </p:cNvSpPr>
          <p:nvPr/>
        </p:nvSpPr>
        <p:spPr>
          <a:xfrm xmlns:a="http://schemas.openxmlformats.org/drawingml/2006/main">
            <a:off x="6705600" y="3971925"/>
            <a:ext cx="16573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02A43"/>
                </a:solidFill>
              </a:defRPr>
            </a:pPr>
            <a:r>
              <a:rPr sz="1275" b="1">
                <a:solidFill>
                  <a:srgbClr val="102A43"/>
                </a:solidFill>
              </a:rPr>
              <a:t>Tool Layer</a:t>
            </a:r>
          </a:p>
        </p:txBody>
      </p:sp>
      <p:sp>
        <p:nvSpPr>
          <p:cNvPr id="42" name="">
            <a:extLst xmlns:a="http://schemas.openxmlformats.org/drawingml/2006/main">
              <a:ext uri="{FF2B5EF4-FFF2-40B4-BE49-F238E27FC236}">
                <a16:creationId xmlns:a16="http://schemas.microsoft.com/office/drawing/2014/main" id="{61B22B3D-78D7-452A-97D6-ED4030995161}"/>
              </a:ext>
            </a:extLst>
          </p:cNvPr>
          <p:cNvSpPr>
            <a:spLocks xmlns:a="http://schemas.openxmlformats.org/drawingml/2006/main" noGrp="1"/>
          </p:cNvSpPr>
          <p:nvPr/>
        </p:nvSpPr>
        <p:spPr>
          <a:xfrm xmlns:a="http://schemas.openxmlformats.org/drawingml/2006/main">
            <a:off x="6286500" y="4429125"/>
            <a:ext cx="2038350" cy="571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b="0">
                <a:solidFill>
                  <a:srgbClr val="52667A"/>
                </a:solidFill>
              </a:defRPr>
            </a:pPr>
            <a:r>
              <a:rPr sz="1050" b="0">
                <a:solidFill>
                  <a:srgbClr val="52667A"/>
                </a:solidFill>
              </a:rPr>
              <a:t>Search • summary • risk • action plan</a:t>
            </a:r>
          </a:p>
        </p:txBody>
      </p:sp>
      <p:sp>
        <p:nvSpPr>
          <p:cNvPr id="43" name="">
            <a:extLst xmlns:a="http://schemas.openxmlformats.org/drawingml/2006/main">
              <a:ext uri="{FF2B5EF4-FFF2-40B4-BE49-F238E27FC236}">
                <a16:creationId xmlns:a16="http://schemas.microsoft.com/office/drawing/2014/main" id="{49BE51EF-B7A2-47A2-8D6C-B4BA03394477}"/>
              </a:ext>
            </a:extLst>
          </p:cNvPr>
          <p:cNvSpPr>
            <a:spLocks xmlns:a="http://schemas.openxmlformats.org/drawingml/2006/main" noGrp="1"/>
          </p:cNvSpPr>
          <p:nvPr/>
        </p:nvSpPr>
        <p:spPr>
          <a:xfrm xmlns:a="http://schemas.openxmlformats.org/drawingml/2006/main">
            <a:off x="3333750" y="3848100"/>
            <a:ext cx="2381250" cy="125730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9525">
            <a:solidFill>
              <a:srgbClr val="D7E1EC"/>
            </a:solidFill>
            <a:prstDash val="solid"/>
          </a:ln>
        </p:spPr>
      </p:sp>
      <p:sp>
        <p:nvSpPr>
          <p:cNvPr id="44" name="">
            <a:extLst xmlns:a="http://schemas.openxmlformats.org/drawingml/2006/main">
              <a:ext uri="{FF2B5EF4-FFF2-40B4-BE49-F238E27FC236}">
                <a16:creationId xmlns:a16="http://schemas.microsoft.com/office/drawing/2014/main" id="{A0C4A697-8066-41E7-8AF9-6BCE0C2CDB9B}"/>
              </a:ext>
            </a:extLst>
          </p:cNvPr>
          <p:cNvSpPr>
            <a:spLocks xmlns:a="http://schemas.openxmlformats.org/drawingml/2006/main" noGrp="1"/>
          </p:cNvSpPr>
          <p:nvPr/>
        </p:nvSpPr>
        <p:spPr>
          <a:xfrm xmlns:a="http://schemas.openxmlformats.org/drawingml/2006/main">
            <a:off x="3467100" y="3981450"/>
            <a:ext cx="361950" cy="361950"/>
          </a:xfrm>
          <a:prstGeom xmlns:a="http://schemas.openxmlformats.org/drawingml/2006/main" prst="roundRect">
            <a:avLst>
              <a:gd name="adj" fmla="val 50000"/>
            </a:avLst>
          </a:prstGeom>
          <a:solidFill xmlns:a="http://schemas.openxmlformats.org/drawingml/2006/main">
            <a:srgbClr val="FFF3E2"/>
          </a:solidFill>
          <a:ln xmlns:a="http://schemas.openxmlformats.org/drawingml/2006/main" w="0">
            <a:solidFill>
              <a:srgbClr val="FFF3E2"/>
            </a:solidFill>
            <a:prstDash val="solid"/>
          </a:ln>
        </p:spPr>
      </p:sp>
      <p:sp>
        <p:nvSpPr>
          <p:cNvPr id="45" name="">
            <a:extLst xmlns:a="http://schemas.openxmlformats.org/drawingml/2006/main">
              <a:ext uri="{FF2B5EF4-FFF2-40B4-BE49-F238E27FC236}">
                <a16:creationId xmlns:a16="http://schemas.microsoft.com/office/drawing/2014/main" id="{353FD3B3-DBB3-4F42-AE24-B18FC5505EB5}"/>
              </a:ext>
            </a:extLst>
          </p:cNvPr>
          <p:cNvSpPr>
            <a:spLocks xmlns:a="http://schemas.openxmlformats.org/drawingml/2006/main" noGrp="1"/>
          </p:cNvSpPr>
          <p:nvPr/>
        </p:nvSpPr>
        <p:spPr>
          <a:xfrm xmlns:a="http://schemas.openxmlformats.org/drawingml/2006/main">
            <a:off x="3467100" y="3981450"/>
            <a:ext cx="3619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25" b="1">
                <a:solidFill>
                  <a:srgbClr val="F4A340"/>
                </a:solidFill>
              </a:defRPr>
            </a:pPr>
            <a:r>
              <a:rPr sz="1125" b="1">
                <a:solidFill>
                  <a:srgbClr val="F4A340"/>
                </a:solidFill>
              </a:rPr>
              <a:t>7</a:t>
            </a:r>
          </a:p>
        </p:txBody>
      </p:sp>
      <p:sp>
        <p:nvSpPr>
          <p:cNvPr id="46" name="">
            <a:extLst xmlns:a="http://schemas.openxmlformats.org/drawingml/2006/main">
              <a:ext uri="{FF2B5EF4-FFF2-40B4-BE49-F238E27FC236}">
                <a16:creationId xmlns:a16="http://schemas.microsoft.com/office/drawing/2014/main" id="{483CC61D-2418-422E-ABD5-D6BB5BAE8A97}"/>
              </a:ext>
            </a:extLst>
          </p:cNvPr>
          <p:cNvSpPr>
            <a:spLocks xmlns:a="http://schemas.openxmlformats.org/drawingml/2006/main" noGrp="1"/>
          </p:cNvSpPr>
          <p:nvPr/>
        </p:nvSpPr>
        <p:spPr>
          <a:xfrm xmlns:a="http://schemas.openxmlformats.org/drawingml/2006/main">
            <a:off x="3924300" y="3971925"/>
            <a:ext cx="16573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02A43"/>
                </a:solidFill>
              </a:defRPr>
            </a:pPr>
            <a:r>
              <a:rPr sz="1275" b="1">
                <a:solidFill>
                  <a:srgbClr val="102A43"/>
                </a:solidFill>
              </a:rPr>
              <a:t>MCP Server</a:t>
            </a:r>
          </a:p>
        </p:txBody>
      </p:sp>
      <p:sp>
        <p:nvSpPr>
          <p:cNvPr id="47" name="">
            <a:extLst xmlns:a="http://schemas.openxmlformats.org/drawingml/2006/main">
              <a:ext uri="{FF2B5EF4-FFF2-40B4-BE49-F238E27FC236}">
                <a16:creationId xmlns:a16="http://schemas.microsoft.com/office/drawing/2014/main" id="{A8F77D99-C4F9-48AB-9B9E-47EF9AA149E1}"/>
              </a:ext>
            </a:extLst>
          </p:cNvPr>
          <p:cNvSpPr>
            <a:spLocks xmlns:a="http://schemas.openxmlformats.org/drawingml/2006/main" noGrp="1"/>
          </p:cNvSpPr>
          <p:nvPr/>
        </p:nvSpPr>
        <p:spPr>
          <a:xfrm xmlns:a="http://schemas.openxmlformats.org/drawingml/2006/main">
            <a:off x="3505200" y="4429125"/>
            <a:ext cx="2038350" cy="571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b="0">
                <a:solidFill>
                  <a:srgbClr val="52667A"/>
                </a:solidFill>
              </a:defRPr>
            </a:pPr>
            <a:r>
              <a:rPr sz="1050" b="0">
                <a:solidFill>
                  <a:srgbClr val="52667A"/>
                </a:solidFill>
              </a:rPr>
              <a:t>Standardized external tool interface</a:t>
            </a:r>
          </a:p>
        </p:txBody>
      </p:sp>
      <p:sp>
        <p:nvSpPr>
          <p:cNvPr id="48" name="">
            <a:extLst xmlns:a="http://schemas.openxmlformats.org/drawingml/2006/main">
              <a:ext uri="{FF2B5EF4-FFF2-40B4-BE49-F238E27FC236}">
                <a16:creationId xmlns:a16="http://schemas.microsoft.com/office/drawing/2014/main" id="{45921A7D-9F41-42BE-8D5E-5770862C4DE9}"/>
              </a:ext>
            </a:extLst>
          </p:cNvPr>
          <p:cNvSpPr>
            <a:spLocks xmlns:a="http://schemas.openxmlformats.org/drawingml/2006/main" noGrp="1"/>
          </p:cNvSpPr>
          <p:nvPr/>
        </p:nvSpPr>
        <p:spPr>
          <a:xfrm xmlns:a="http://schemas.openxmlformats.org/drawingml/2006/main">
            <a:off x="552450" y="3848100"/>
            <a:ext cx="2381250" cy="125730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9525">
            <a:solidFill>
              <a:srgbClr val="D7E1EC"/>
            </a:solidFill>
            <a:prstDash val="solid"/>
          </a:ln>
        </p:spPr>
      </p:sp>
      <p:sp>
        <p:nvSpPr>
          <p:cNvPr id="49" name="">
            <a:extLst xmlns:a="http://schemas.openxmlformats.org/drawingml/2006/main">
              <a:ext uri="{FF2B5EF4-FFF2-40B4-BE49-F238E27FC236}">
                <a16:creationId xmlns:a16="http://schemas.microsoft.com/office/drawing/2014/main" id="{56B75FB0-E69E-4068-911A-B4E7DC1A8E28}"/>
              </a:ext>
            </a:extLst>
          </p:cNvPr>
          <p:cNvSpPr>
            <a:spLocks xmlns:a="http://schemas.openxmlformats.org/drawingml/2006/main" noGrp="1"/>
          </p:cNvSpPr>
          <p:nvPr/>
        </p:nvSpPr>
        <p:spPr>
          <a:xfrm xmlns:a="http://schemas.openxmlformats.org/drawingml/2006/main">
            <a:off x="685800" y="3981450"/>
            <a:ext cx="361950" cy="361950"/>
          </a:xfrm>
          <a:prstGeom xmlns:a="http://schemas.openxmlformats.org/drawingml/2006/main" prst="roundRect">
            <a:avLst>
              <a:gd name="adj" fmla="val 50000"/>
            </a:avLst>
          </a:prstGeom>
          <a:solidFill xmlns:a="http://schemas.openxmlformats.org/drawingml/2006/main">
            <a:srgbClr val="E9F0FF"/>
          </a:solidFill>
          <a:ln xmlns:a="http://schemas.openxmlformats.org/drawingml/2006/main" w="0">
            <a:solidFill>
              <a:srgbClr val="E9F0FF"/>
            </a:solidFill>
            <a:prstDash val="solid"/>
          </a:ln>
        </p:spPr>
      </p:sp>
      <p:sp>
        <p:nvSpPr>
          <p:cNvPr id="50" name="">
            <a:extLst xmlns:a="http://schemas.openxmlformats.org/drawingml/2006/main">
              <a:ext uri="{FF2B5EF4-FFF2-40B4-BE49-F238E27FC236}">
                <a16:creationId xmlns:a16="http://schemas.microsoft.com/office/drawing/2014/main" id="{62AC248E-88FF-453B-94DC-355A7B684745}"/>
              </a:ext>
            </a:extLst>
          </p:cNvPr>
          <p:cNvSpPr>
            <a:spLocks xmlns:a="http://schemas.openxmlformats.org/drawingml/2006/main" noGrp="1"/>
          </p:cNvSpPr>
          <p:nvPr/>
        </p:nvSpPr>
        <p:spPr>
          <a:xfrm xmlns:a="http://schemas.openxmlformats.org/drawingml/2006/main">
            <a:off x="685800" y="3981450"/>
            <a:ext cx="3619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25" b="1">
                <a:solidFill>
                  <a:srgbClr val="2F6FED"/>
                </a:solidFill>
              </a:defRPr>
            </a:pPr>
            <a:r>
              <a:rPr sz="1125" b="1">
                <a:solidFill>
                  <a:srgbClr val="2F6FED"/>
                </a:solidFill>
              </a:rPr>
              <a:t>8</a:t>
            </a:r>
          </a:p>
        </p:txBody>
      </p:sp>
      <p:sp>
        <p:nvSpPr>
          <p:cNvPr id="51" name="">
            <a:extLst xmlns:a="http://schemas.openxmlformats.org/drawingml/2006/main">
              <a:ext uri="{FF2B5EF4-FFF2-40B4-BE49-F238E27FC236}">
                <a16:creationId xmlns:a16="http://schemas.microsoft.com/office/drawing/2014/main" id="{C56CE9C0-25A2-4A21-8116-F646B72BDF30}"/>
              </a:ext>
            </a:extLst>
          </p:cNvPr>
          <p:cNvSpPr>
            <a:spLocks xmlns:a="http://schemas.openxmlformats.org/drawingml/2006/main" noGrp="1"/>
          </p:cNvSpPr>
          <p:nvPr/>
        </p:nvSpPr>
        <p:spPr>
          <a:xfrm xmlns:a="http://schemas.openxmlformats.org/drawingml/2006/main">
            <a:off x="1143000" y="3971925"/>
            <a:ext cx="16573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02A43"/>
                </a:solidFill>
              </a:defRPr>
            </a:pPr>
            <a:r>
              <a:rPr sz="1275" b="1">
                <a:solidFill>
                  <a:srgbClr val="102A43"/>
                </a:solidFill>
              </a:rPr>
              <a:t>Final Answer</a:t>
            </a:r>
          </a:p>
        </p:txBody>
      </p:sp>
      <p:sp>
        <p:nvSpPr>
          <p:cNvPr id="52" name="">
            <a:extLst xmlns:a="http://schemas.openxmlformats.org/drawingml/2006/main">
              <a:ext uri="{FF2B5EF4-FFF2-40B4-BE49-F238E27FC236}">
                <a16:creationId xmlns:a16="http://schemas.microsoft.com/office/drawing/2014/main" id="{C0192E7E-42A0-4946-81B5-2F2C4BCB7F1F}"/>
              </a:ext>
            </a:extLst>
          </p:cNvPr>
          <p:cNvSpPr>
            <a:spLocks xmlns:a="http://schemas.openxmlformats.org/drawingml/2006/main" noGrp="1"/>
          </p:cNvSpPr>
          <p:nvPr/>
        </p:nvSpPr>
        <p:spPr>
          <a:xfrm xmlns:a="http://schemas.openxmlformats.org/drawingml/2006/main">
            <a:off x="723900" y="4429125"/>
            <a:ext cx="2038350" cy="571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b="0">
                <a:solidFill>
                  <a:srgbClr val="52667A"/>
                </a:solidFill>
              </a:defRPr>
            </a:pPr>
            <a:r>
              <a:rPr sz="1050" b="0">
                <a:solidFill>
                  <a:srgbClr val="52667A"/>
                </a:solidFill>
              </a:rPr>
              <a:t>Plan • tools • sources • memory</a:t>
            </a:r>
          </a:p>
        </p:txBody>
      </p:sp>
      <p:sp>
        <p:nvSpPr>
          <p:cNvPr id="53" name="">
            <a:extLst xmlns:a="http://schemas.openxmlformats.org/drawingml/2006/main">
              <a:ext uri="{FF2B5EF4-FFF2-40B4-BE49-F238E27FC236}">
                <a16:creationId xmlns:a16="http://schemas.microsoft.com/office/drawing/2014/main" id="{75D4910A-5558-4B7A-86F3-5885263D4286}"/>
              </a:ext>
            </a:extLst>
          </p:cNvPr>
          <p:cNvSpPr>
            <a:spLocks xmlns:a="http://schemas.openxmlformats.org/drawingml/2006/main" noGrp="1"/>
          </p:cNvSpPr>
          <p:nvPr/>
        </p:nvSpPr>
        <p:spPr>
          <a:xfrm xmlns:a="http://schemas.openxmlformats.org/drawingml/2006/main">
            <a:off x="8515350" y="4314825"/>
            <a:ext cx="3238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99449"/>
          </a:bodyPr>
          <a:lstStyle xmlns:a="http://schemas.openxmlformats.org/drawingml/2006/main"/>
          <a:p xmlns:a="http://schemas.openxmlformats.org/drawingml/2006/main">
            <a:pPr algn="ctr">
              <a:defRPr sz="2100" b="1">
                <a:solidFill>
                  <a:srgbClr val="2F6FED"/>
                </a:solidFill>
              </a:defRPr>
            </a:pPr>
            <a:r>
              <a:rPr sz="2100" b="1">
                <a:solidFill>
                  <a:srgbClr val="2F6FED"/>
                </a:solidFill>
              </a:rPr>
              <a:t>←</a:t>
            </a:r>
          </a:p>
        </p:txBody>
      </p:sp>
      <p:sp>
        <p:nvSpPr>
          <p:cNvPr id="54" name="">
            <a:extLst xmlns:a="http://schemas.openxmlformats.org/drawingml/2006/main">
              <a:ext uri="{FF2B5EF4-FFF2-40B4-BE49-F238E27FC236}">
                <a16:creationId xmlns:a16="http://schemas.microsoft.com/office/drawing/2014/main" id="{954CC98A-168A-4B1B-B80D-E2175DE286E8}"/>
              </a:ext>
            </a:extLst>
          </p:cNvPr>
          <p:cNvSpPr>
            <a:spLocks xmlns:a="http://schemas.openxmlformats.org/drawingml/2006/main" noGrp="1"/>
          </p:cNvSpPr>
          <p:nvPr/>
        </p:nvSpPr>
        <p:spPr>
          <a:xfrm xmlns:a="http://schemas.openxmlformats.org/drawingml/2006/main">
            <a:off x="5734050" y="4314825"/>
            <a:ext cx="3238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99449"/>
          </a:bodyPr>
          <a:lstStyle xmlns:a="http://schemas.openxmlformats.org/drawingml/2006/main"/>
          <a:p xmlns:a="http://schemas.openxmlformats.org/drawingml/2006/main">
            <a:pPr algn="ctr">
              <a:defRPr sz="2100" b="1">
                <a:solidFill>
                  <a:srgbClr val="2F6FED"/>
                </a:solidFill>
              </a:defRPr>
            </a:pPr>
            <a:r>
              <a:rPr sz="2100" b="1">
                <a:solidFill>
                  <a:srgbClr val="2F6FED"/>
                </a:solidFill>
              </a:rPr>
              <a:t>←</a:t>
            </a:r>
          </a:p>
        </p:txBody>
      </p:sp>
      <p:sp>
        <p:nvSpPr>
          <p:cNvPr id="55" name="">
            <a:extLst xmlns:a="http://schemas.openxmlformats.org/drawingml/2006/main">
              <a:ext uri="{FF2B5EF4-FFF2-40B4-BE49-F238E27FC236}">
                <a16:creationId xmlns:a16="http://schemas.microsoft.com/office/drawing/2014/main" id="{8A7B6FEB-38F3-457F-8DC1-837A25AA7A47}"/>
              </a:ext>
            </a:extLst>
          </p:cNvPr>
          <p:cNvSpPr>
            <a:spLocks xmlns:a="http://schemas.openxmlformats.org/drawingml/2006/main" noGrp="1"/>
          </p:cNvSpPr>
          <p:nvPr/>
        </p:nvSpPr>
        <p:spPr>
          <a:xfrm xmlns:a="http://schemas.openxmlformats.org/drawingml/2006/main">
            <a:off x="2952750" y="4314825"/>
            <a:ext cx="3238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99449"/>
          </a:bodyPr>
          <a:lstStyle xmlns:a="http://schemas.openxmlformats.org/drawingml/2006/main"/>
          <a:p xmlns:a="http://schemas.openxmlformats.org/drawingml/2006/main">
            <a:pPr algn="ctr">
              <a:defRPr sz="2100" b="1">
                <a:solidFill>
                  <a:srgbClr val="2F6FED"/>
                </a:solidFill>
              </a:defRPr>
            </a:pPr>
            <a:r>
              <a:rPr sz="2100" b="1">
                <a:solidFill>
                  <a:srgbClr val="2F6FED"/>
                </a:solidFill>
              </a:rPr>
              <a:t>←</a:t>
            </a:r>
          </a:p>
        </p:txBody>
      </p:sp>
      <p:sp>
        <p:nvSpPr>
          <p:cNvPr id="56" name="">
            <a:extLst xmlns:a="http://schemas.openxmlformats.org/drawingml/2006/main">
              <a:ext uri="{FF2B5EF4-FFF2-40B4-BE49-F238E27FC236}">
                <a16:creationId xmlns:a16="http://schemas.microsoft.com/office/drawing/2014/main" id="{D3E4AF2D-65CF-4FB0-A274-9548948F168E}"/>
              </a:ext>
            </a:extLst>
          </p:cNvPr>
          <p:cNvSpPr>
            <a:spLocks xmlns:a="http://schemas.openxmlformats.org/drawingml/2006/main" noGrp="1"/>
          </p:cNvSpPr>
          <p:nvPr/>
        </p:nvSpPr>
        <p:spPr>
          <a:xfrm xmlns:a="http://schemas.openxmlformats.org/drawingml/2006/main">
            <a:off x="552450" y="5467350"/>
            <a:ext cx="11087100" cy="666750"/>
          </a:xfrm>
          <a:prstGeom xmlns:a="http://schemas.openxmlformats.org/drawingml/2006/main" prst="roundRect">
            <a:avLst>
              <a:gd name="adj" fmla="val 9000"/>
            </a:avLst>
          </a:prstGeom>
          <a:solidFill xmlns:a="http://schemas.openxmlformats.org/drawingml/2006/main">
            <a:srgbClr val="102A43"/>
          </a:solidFill>
          <a:ln xmlns:a="http://schemas.openxmlformats.org/drawingml/2006/main" w="0">
            <a:solidFill>
              <a:srgbClr val="102A43"/>
            </a:solidFill>
            <a:prstDash val="solid"/>
          </a:ln>
        </p:spPr>
      </p:sp>
      <p:sp>
        <p:nvSpPr>
          <p:cNvPr id="57" name="">
            <a:extLst xmlns:a="http://schemas.openxmlformats.org/drawingml/2006/main">
              <a:ext uri="{FF2B5EF4-FFF2-40B4-BE49-F238E27FC236}">
                <a16:creationId xmlns:a16="http://schemas.microsoft.com/office/drawing/2014/main" id="{6364D3FE-A9D3-4958-9740-6E89B10FEF60}"/>
              </a:ext>
            </a:extLst>
          </p:cNvPr>
          <p:cNvSpPr>
            <a:spLocks xmlns:a="http://schemas.openxmlformats.org/drawingml/2006/main" noGrp="1"/>
          </p:cNvSpPr>
          <p:nvPr/>
        </p:nvSpPr>
        <p:spPr>
          <a:xfrm xmlns:a="http://schemas.openxmlformats.org/drawingml/2006/main">
            <a:off x="742950" y="5638800"/>
            <a:ext cx="895350" cy="323850"/>
          </a:xfrm>
          <a:prstGeom xmlns:a="http://schemas.openxmlformats.org/drawingml/2006/main" prst="roundRect">
            <a:avLst>
              <a:gd name="adj" fmla="val 50000"/>
            </a:avLst>
          </a:prstGeom>
          <a:solidFill xmlns:a="http://schemas.openxmlformats.org/drawingml/2006/main">
            <a:srgbClr val="2F6FED"/>
          </a:solidFill>
          <a:ln xmlns:a="http://schemas.openxmlformats.org/drawingml/2006/main" w="0">
            <a:solidFill>
              <a:srgbClr val="2F6FED"/>
            </a:solidFill>
            <a:prstDash val="solid"/>
          </a:ln>
        </p:spPr>
      </p:sp>
      <p:sp>
        <p:nvSpPr>
          <p:cNvPr id="58" name="">
            <a:extLst xmlns:a="http://schemas.openxmlformats.org/drawingml/2006/main">
              <a:ext uri="{FF2B5EF4-FFF2-40B4-BE49-F238E27FC236}">
                <a16:creationId xmlns:a16="http://schemas.microsoft.com/office/drawing/2014/main" id="{A5713865-579E-413B-8766-2CF65B50FD90}"/>
              </a:ext>
            </a:extLst>
          </p:cNvPr>
          <p:cNvSpPr>
            <a:spLocks xmlns:a="http://schemas.openxmlformats.org/drawingml/2006/main" noGrp="1"/>
          </p:cNvSpPr>
          <p:nvPr/>
        </p:nvSpPr>
        <p:spPr>
          <a:xfrm xmlns:a="http://schemas.openxmlformats.org/drawingml/2006/main">
            <a:off x="742950" y="5648325"/>
            <a:ext cx="895350" cy="2952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FFFFFF"/>
                </a:solidFill>
              </a:defRPr>
            </a:pPr>
            <a:r>
              <a:rPr sz="1050" b="1">
                <a:solidFill>
                  <a:srgbClr val="FFFFFF"/>
                </a:solidFill>
              </a:rPr>
              <a:t>DOCKER</a:t>
            </a:r>
          </a:p>
        </p:txBody>
      </p:sp>
      <p:sp>
        <p:nvSpPr>
          <p:cNvPr id="59" name="">
            <a:extLst xmlns:a="http://schemas.openxmlformats.org/drawingml/2006/main">
              <a:ext uri="{FF2B5EF4-FFF2-40B4-BE49-F238E27FC236}">
                <a16:creationId xmlns:a16="http://schemas.microsoft.com/office/drawing/2014/main" id="{A69D2191-AEF9-4C28-B1D5-4B8AB3BC041B}"/>
              </a:ext>
            </a:extLst>
          </p:cNvPr>
          <p:cNvSpPr>
            <a:spLocks xmlns:a="http://schemas.openxmlformats.org/drawingml/2006/main" noGrp="1"/>
          </p:cNvSpPr>
          <p:nvPr/>
        </p:nvSpPr>
        <p:spPr>
          <a:xfrm xmlns:a="http://schemas.openxmlformats.org/drawingml/2006/main">
            <a:off x="1857375" y="5610225"/>
            <a:ext cx="94297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350" b="0">
                <a:solidFill>
                  <a:srgbClr val="FFFFFF"/>
                </a:solidFill>
              </a:defRPr>
            </a:pPr>
            <a:r>
              <a:rPr sz="1350" b="0">
                <a:solidFill>
                  <a:srgbClr val="FFFFFF"/>
                </a:solidFill>
              </a:rPr>
              <a:t>Packages the FastAPI service, tools, data, memory, and vector index into one reproducible runtime.</a:t>
            </a:r>
          </a:p>
        </p:txBody>
      </p:sp>
      <p:sp>
        <p:nvSpPr>
          <p:cNvPr id="60" name="">
            <a:extLst xmlns:a="http://schemas.openxmlformats.org/drawingml/2006/main">
              <a:ext uri="{FF2B5EF4-FFF2-40B4-BE49-F238E27FC236}">
                <a16:creationId xmlns:a16="http://schemas.microsoft.com/office/drawing/2014/main" id="{96F4DA32-24B6-46B8-B8CB-FDD3DF784377}"/>
              </a:ext>
            </a:extLst>
          </p:cNvPr>
          <p:cNvSpPr>
            <a:spLocks xmlns:a="http://schemas.openxmlformats.org/drawingml/2006/main" noGrp="1"/>
          </p:cNvSpPr>
          <p:nvPr/>
        </p:nvSpPr>
        <p:spPr>
          <a:xfrm xmlns:a="http://schemas.openxmlformats.org/drawingml/2006/main">
            <a:off x="552450" y="6496050"/>
            <a:ext cx="11087100" cy="19050"/>
          </a:xfrm>
          <a:prstGeom xmlns:a="http://schemas.openxmlformats.org/drawingml/2006/main" prst="rect">
            <a:avLst/>
          </a:prstGeom>
          <a:solidFill xmlns:a="http://schemas.openxmlformats.org/drawingml/2006/main">
            <a:srgbClr val="D7E1EC"/>
          </a:solidFill>
          <a:ln xmlns:a="http://schemas.openxmlformats.org/drawingml/2006/main" w="0">
            <a:solidFill>
              <a:srgbClr val="D7E1EC"/>
            </a:solidFill>
            <a:prstDash val="solid"/>
          </a:ln>
        </p:spPr>
      </p:sp>
      <p:sp>
        <p:nvSpPr>
          <p:cNvPr id="61" name="">
            <a:extLst xmlns:a="http://schemas.openxmlformats.org/drawingml/2006/main">
              <a:ext uri="{FF2B5EF4-FFF2-40B4-BE49-F238E27FC236}">
                <a16:creationId xmlns:a16="http://schemas.microsoft.com/office/drawing/2014/main" id="{1EF995E1-8D4D-4D0A-94CC-0DA5E52F1C1A}"/>
              </a:ext>
            </a:extLst>
          </p:cNvPr>
          <p:cNvSpPr>
            <a:spLocks xmlns:a="http://schemas.openxmlformats.org/drawingml/2006/main" noGrp="1"/>
          </p:cNvSpPr>
          <p:nvPr/>
        </p:nvSpPr>
        <p:spPr>
          <a:xfrm xmlns:a="http://schemas.openxmlformats.org/drawingml/2006/main">
            <a:off x="552450" y="6572250"/>
            <a:ext cx="7810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0">
                <a:solidFill>
                  <a:srgbClr val="52667A"/>
                </a:solidFill>
              </a:defRPr>
            </a:pPr>
            <a:r>
              <a:rPr sz="825" b="0">
                <a:solidFill>
                  <a:srgbClr val="52667A"/>
                </a:solidFill>
              </a:rPr>
              <a:t>FastAPI calls shared tools directly; FastMCP exposes the same capabilities externally.</a:t>
            </a:r>
          </a:p>
        </p:txBody>
      </p:sp>
    </p:spTree>
    <p:extLst>
      <p:ext uri="{BB962C8B-B14F-4D97-AF65-F5344CB8AC3E}">
        <p14:creationId xmlns:p14="http://schemas.microsoft.com/office/powerpoint/2010/main" val="330744309"/>
      </p:ext>
    </p:extLst>
  </p:cSld>
</p:sld>
</file>

<file path=ppt/slides/slide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53970046-1E00-44A2-9911-6CDE0341D8D6}"/>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F331BA35-3C6C-4E39-8145-B773960F4406}"/>
              </a:ext>
            </a:extLst>
          </p:cNvPr>
          <p:cNvSpPr>
            <a:spLocks xmlns:a="http://schemas.openxmlformats.org/drawingml/2006/main" noGrp="1"/>
          </p:cNvSpPr>
          <p:nvPr/>
        </p:nvSpPr>
        <p:spPr>
          <a:xfrm xmlns:a="http://schemas.openxmlformats.org/drawingml/2006/main">
            <a:off x="552450" y="266700"/>
            <a:ext cx="257175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F6FED"/>
                </a:solidFill>
              </a:defRPr>
            </a:pPr>
            <a:r>
              <a:rPr sz="975" b="1">
                <a:solidFill>
                  <a:srgbClr val="2F6FED"/>
                </a:solidFill>
              </a:rPr>
              <a:t>AGENTIC AI CAPSTONE</a:t>
            </a:r>
          </a:p>
        </p:txBody>
      </p:sp>
      <p:sp>
        <p:nvSpPr>
          <p:cNvPr id="3" name="">
            <a:extLst xmlns:a="http://schemas.openxmlformats.org/drawingml/2006/main">
              <a:ext uri="{FF2B5EF4-FFF2-40B4-BE49-F238E27FC236}">
                <a16:creationId xmlns:a16="http://schemas.microsoft.com/office/drawing/2014/main" id="{01218892-1F94-420F-AD38-1B313597AC3A}"/>
              </a:ext>
            </a:extLst>
          </p:cNvPr>
          <p:cNvSpPr>
            <a:spLocks xmlns:a="http://schemas.openxmlformats.org/drawingml/2006/main" noGrp="1"/>
          </p:cNvSpPr>
          <p:nvPr/>
        </p:nvSpPr>
        <p:spPr>
          <a:xfrm xmlns:a="http://schemas.openxmlformats.org/drawingml/2006/main">
            <a:off x="8572500" y="266700"/>
            <a:ext cx="238125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1">
                <a:solidFill>
                  <a:srgbClr val="52667A"/>
                </a:solidFill>
              </a:defRPr>
            </a:pPr>
            <a:r>
              <a:rPr sz="975" b="1">
                <a:solidFill>
                  <a:srgbClr val="52667A"/>
                </a:solidFill>
              </a:rPr>
              <a:t>DEMO &amp; COURSE MAPPING</a:t>
            </a:r>
          </a:p>
        </p:txBody>
      </p:sp>
      <p:sp>
        <p:nvSpPr>
          <p:cNvPr id="4" name="">
            <a:extLst xmlns:a="http://schemas.openxmlformats.org/drawingml/2006/main">
              <a:ext uri="{FF2B5EF4-FFF2-40B4-BE49-F238E27FC236}">
                <a16:creationId xmlns:a16="http://schemas.microsoft.com/office/drawing/2014/main" id="{4F097DC6-A97A-482D-A957-3B2F02AFCD1A}"/>
              </a:ext>
            </a:extLst>
          </p:cNvPr>
          <p:cNvSpPr>
            <a:spLocks xmlns:a="http://schemas.openxmlformats.org/drawingml/2006/main" noGrp="1"/>
          </p:cNvSpPr>
          <p:nvPr/>
        </p:nvSpPr>
        <p:spPr>
          <a:xfrm xmlns:a="http://schemas.openxmlformats.org/drawingml/2006/main">
            <a:off x="11125200" y="190500"/>
            <a:ext cx="514350" cy="323850"/>
          </a:xfrm>
          <a:prstGeom xmlns:a="http://schemas.openxmlformats.org/drawingml/2006/main" prst="roundRect">
            <a:avLst>
              <a:gd name="adj" fmla="val 50000"/>
            </a:avLst>
          </a:prstGeom>
          <a:solidFill xmlns:a="http://schemas.openxmlformats.org/drawingml/2006/main">
            <a:srgbClr val="2F6FED"/>
          </a:solidFill>
          <a:ln xmlns:a="http://schemas.openxmlformats.org/drawingml/2006/main" w="0">
            <a:solidFill>
              <a:srgbClr val="2F6FED"/>
            </a:solidFill>
            <a:prstDash val="solid"/>
          </a:ln>
        </p:spPr>
      </p:sp>
      <p:sp>
        <p:nvSpPr>
          <p:cNvPr id="5" name="">
            <a:extLst xmlns:a="http://schemas.openxmlformats.org/drawingml/2006/main">
              <a:ext uri="{FF2B5EF4-FFF2-40B4-BE49-F238E27FC236}">
                <a16:creationId xmlns:a16="http://schemas.microsoft.com/office/drawing/2014/main" id="{3CCF100C-DF33-440E-B076-26E6637A8B07}"/>
              </a:ext>
            </a:extLst>
          </p:cNvPr>
          <p:cNvSpPr>
            <a:spLocks xmlns:a="http://schemas.openxmlformats.org/drawingml/2006/main" noGrp="1"/>
          </p:cNvSpPr>
          <p:nvPr/>
        </p:nvSpPr>
        <p:spPr>
          <a:xfrm xmlns:a="http://schemas.openxmlformats.org/drawingml/2006/main">
            <a:off x="11125200" y="200025"/>
            <a:ext cx="514350" cy="2952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FFFFFF"/>
                </a:solidFill>
              </a:defRPr>
            </a:pPr>
            <a:r>
              <a:rPr sz="1050" b="1">
                <a:solidFill>
                  <a:srgbClr val="FFFFFF"/>
                </a:solidFill>
              </a:rPr>
              <a:t>03</a:t>
            </a:r>
          </a:p>
        </p:txBody>
      </p:sp>
      <p:sp>
        <p:nvSpPr>
          <p:cNvPr id="6" name="">
            <a:extLst xmlns:a="http://schemas.openxmlformats.org/drawingml/2006/main">
              <a:ext uri="{FF2B5EF4-FFF2-40B4-BE49-F238E27FC236}">
                <a16:creationId xmlns:a16="http://schemas.microsoft.com/office/drawing/2014/main" id="{306F2B58-788F-4D3D-84BB-9606A7718511}"/>
              </a:ext>
            </a:extLst>
          </p:cNvPr>
          <p:cNvSpPr>
            <a:spLocks xmlns:a="http://schemas.openxmlformats.org/drawingml/2006/main" noGrp="1"/>
          </p:cNvSpPr>
          <p:nvPr/>
        </p:nvSpPr>
        <p:spPr>
          <a:xfrm xmlns:a="http://schemas.openxmlformats.org/drawingml/2006/main">
            <a:off x="552450" y="600075"/>
            <a:ext cx="11087100" cy="19050"/>
          </a:xfrm>
          <a:prstGeom xmlns:a="http://schemas.openxmlformats.org/drawingml/2006/main" prst="rect">
            <a:avLst/>
          </a:prstGeom>
          <a:solidFill xmlns:a="http://schemas.openxmlformats.org/drawingml/2006/main">
            <a:srgbClr val="D7E1EC"/>
          </a:solidFill>
          <a:ln xmlns:a="http://schemas.openxmlformats.org/drawingml/2006/main" w="0">
            <a:solidFill>
              <a:srgbClr val="D7E1EC"/>
            </a:solidFill>
            <a:prstDash val="solid"/>
          </a:ln>
        </p:spPr>
      </p:sp>
      <p:sp>
        <p:nvSpPr>
          <p:cNvPr id="7" name="">
            <a:extLst xmlns:a="http://schemas.openxmlformats.org/drawingml/2006/main">
              <a:ext uri="{FF2B5EF4-FFF2-40B4-BE49-F238E27FC236}">
                <a16:creationId xmlns:a16="http://schemas.microsoft.com/office/drawing/2014/main" id="{9A403D0E-BE79-44A0-A2D7-67674857A49C}"/>
              </a:ext>
            </a:extLst>
          </p:cNvPr>
          <p:cNvSpPr>
            <a:spLocks xmlns:a="http://schemas.openxmlformats.org/drawingml/2006/main" noGrp="1"/>
          </p:cNvSpPr>
          <p:nvPr/>
        </p:nvSpPr>
        <p:spPr>
          <a:xfrm xmlns:a="http://schemas.openxmlformats.org/drawingml/2006/main">
            <a:off x="552450" y="819150"/>
            <a:ext cx="1057275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000" b="1">
                <a:solidFill>
                  <a:srgbClr val="102A43"/>
                </a:solidFill>
              </a:defRPr>
            </a:pPr>
            <a:r>
              <a:rPr sz="3000" b="1">
                <a:solidFill>
                  <a:srgbClr val="102A43"/>
                </a:solidFill>
              </a:rPr>
              <a:t>Evidence becomes accountable action</a:t>
            </a:r>
          </a:p>
        </p:txBody>
      </p:sp>
      <p:sp>
        <p:nvSpPr>
          <p:cNvPr id="8" name="">
            <a:extLst xmlns:a="http://schemas.openxmlformats.org/drawingml/2006/main">
              <a:ext uri="{FF2B5EF4-FFF2-40B4-BE49-F238E27FC236}">
                <a16:creationId xmlns:a16="http://schemas.microsoft.com/office/drawing/2014/main" id="{10B418B9-30EF-4277-B505-B9C6F9ABF973}"/>
              </a:ext>
            </a:extLst>
          </p:cNvPr>
          <p:cNvSpPr>
            <a:spLocks xmlns:a="http://schemas.openxmlformats.org/drawingml/2006/main" noGrp="1"/>
          </p:cNvSpPr>
          <p:nvPr/>
        </p:nvSpPr>
        <p:spPr>
          <a:xfrm xmlns:a="http://schemas.openxmlformats.org/drawingml/2006/main">
            <a:off x="571500" y="1438275"/>
            <a:ext cx="103822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52667A"/>
                </a:solidFill>
              </a:defRPr>
            </a:pPr>
            <a:r>
              <a:rPr sz="1425" b="0">
                <a:solidFill>
                  <a:srgbClr val="52667A"/>
                </a:solidFill>
              </a:rPr>
              <a:t>A six-step demo proves all seven required course concepts.</a:t>
            </a:r>
          </a:p>
        </p:txBody>
      </p:sp>
      <p:sp>
        <p:nvSpPr>
          <p:cNvPr id="9" name="">
            <a:extLst xmlns:a="http://schemas.openxmlformats.org/drawingml/2006/main">
              <a:ext uri="{FF2B5EF4-FFF2-40B4-BE49-F238E27FC236}">
                <a16:creationId xmlns:a16="http://schemas.microsoft.com/office/drawing/2014/main" id="{51601245-4CB2-421E-BB75-B1B08224F058}"/>
              </a:ext>
            </a:extLst>
          </p:cNvPr>
          <p:cNvSpPr>
            <a:spLocks xmlns:a="http://schemas.openxmlformats.org/drawingml/2006/main" noGrp="1"/>
          </p:cNvSpPr>
          <p:nvPr/>
        </p:nvSpPr>
        <p:spPr>
          <a:xfrm xmlns:a="http://schemas.openxmlformats.org/drawingml/2006/main">
            <a:off x="552450" y="2009775"/>
            <a:ext cx="1162050" cy="323850"/>
          </a:xfrm>
          <a:prstGeom xmlns:a="http://schemas.openxmlformats.org/drawingml/2006/main" prst="roundRect">
            <a:avLst>
              <a:gd name="adj" fmla="val 50000"/>
            </a:avLst>
          </a:prstGeom>
          <a:solidFill xmlns:a="http://schemas.openxmlformats.org/drawingml/2006/main">
            <a:srgbClr val="2F6FED"/>
          </a:solidFill>
          <a:ln xmlns:a="http://schemas.openxmlformats.org/drawingml/2006/main" w="0">
            <a:solidFill>
              <a:srgbClr val="2F6FED"/>
            </a:solidFill>
            <a:prstDash val="solid"/>
          </a:ln>
        </p:spPr>
      </p:sp>
      <p:sp>
        <p:nvSpPr>
          <p:cNvPr id="10" name="">
            <a:extLst xmlns:a="http://schemas.openxmlformats.org/drawingml/2006/main">
              <a:ext uri="{FF2B5EF4-FFF2-40B4-BE49-F238E27FC236}">
                <a16:creationId xmlns:a16="http://schemas.microsoft.com/office/drawing/2014/main" id="{53CF332D-8119-470A-94FF-4985A19BD837}"/>
              </a:ext>
            </a:extLst>
          </p:cNvPr>
          <p:cNvSpPr>
            <a:spLocks xmlns:a="http://schemas.openxmlformats.org/drawingml/2006/main" noGrp="1"/>
          </p:cNvSpPr>
          <p:nvPr/>
        </p:nvSpPr>
        <p:spPr>
          <a:xfrm xmlns:a="http://schemas.openxmlformats.org/drawingml/2006/main">
            <a:off x="552450" y="2019300"/>
            <a:ext cx="1162050" cy="2952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FFFFFF"/>
                </a:solidFill>
              </a:defRPr>
            </a:pPr>
            <a:r>
              <a:rPr sz="1050" b="1">
                <a:solidFill>
                  <a:srgbClr val="FFFFFF"/>
                </a:solidFill>
              </a:rPr>
              <a:t>LIVE DEMO</a:t>
            </a:r>
          </a:p>
        </p:txBody>
      </p:sp>
      <p:sp>
        <p:nvSpPr>
          <p:cNvPr id="11" name="">
            <a:extLst xmlns:a="http://schemas.openxmlformats.org/drawingml/2006/main">
              <a:ext uri="{FF2B5EF4-FFF2-40B4-BE49-F238E27FC236}">
                <a16:creationId xmlns:a16="http://schemas.microsoft.com/office/drawing/2014/main" id="{EC71DF99-C36E-4059-95CB-A9CA6332F470}"/>
              </a:ext>
            </a:extLst>
          </p:cNvPr>
          <p:cNvSpPr>
            <a:spLocks xmlns:a="http://schemas.openxmlformats.org/drawingml/2006/main" noGrp="1"/>
          </p:cNvSpPr>
          <p:nvPr/>
        </p:nvSpPr>
        <p:spPr>
          <a:xfrm xmlns:a="http://schemas.openxmlformats.org/drawingml/2006/main">
            <a:off x="6457950" y="2009775"/>
            <a:ext cx="1581150" cy="323850"/>
          </a:xfrm>
          <a:prstGeom xmlns:a="http://schemas.openxmlformats.org/drawingml/2006/main" prst="roundRect">
            <a:avLst>
              <a:gd name="adj" fmla="val 50000"/>
            </a:avLst>
          </a:prstGeom>
          <a:solidFill xmlns:a="http://schemas.openxmlformats.org/drawingml/2006/main">
            <a:srgbClr val="18A999"/>
          </a:solidFill>
          <a:ln xmlns:a="http://schemas.openxmlformats.org/drawingml/2006/main" w="0">
            <a:solidFill>
              <a:srgbClr val="18A999"/>
            </a:solidFill>
            <a:prstDash val="solid"/>
          </a:ln>
        </p:spPr>
      </p:sp>
      <p:sp>
        <p:nvSpPr>
          <p:cNvPr id="12" name="">
            <a:extLst xmlns:a="http://schemas.openxmlformats.org/drawingml/2006/main">
              <a:ext uri="{FF2B5EF4-FFF2-40B4-BE49-F238E27FC236}">
                <a16:creationId xmlns:a16="http://schemas.microsoft.com/office/drawing/2014/main" id="{77F5585E-AF99-4BE9-93E7-B00FA533C168}"/>
              </a:ext>
            </a:extLst>
          </p:cNvPr>
          <p:cNvSpPr>
            <a:spLocks xmlns:a="http://schemas.openxmlformats.org/drawingml/2006/main" noGrp="1"/>
          </p:cNvSpPr>
          <p:nvPr/>
        </p:nvSpPr>
        <p:spPr>
          <a:xfrm xmlns:a="http://schemas.openxmlformats.org/drawingml/2006/main">
            <a:off x="6457950" y="2019300"/>
            <a:ext cx="1581150" cy="2952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FFFFFF"/>
                </a:solidFill>
              </a:defRPr>
            </a:pPr>
            <a:r>
              <a:rPr sz="1050" b="1">
                <a:solidFill>
                  <a:srgbClr val="FFFFFF"/>
                </a:solidFill>
              </a:rPr>
              <a:t>COURSE CONCEPTS</a:t>
            </a:r>
          </a:p>
        </p:txBody>
      </p:sp>
      <p:sp>
        <p:nvSpPr>
          <p:cNvPr id="13" name="">
            <a:extLst xmlns:a="http://schemas.openxmlformats.org/drawingml/2006/main">
              <a:ext uri="{FF2B5EF4-FFF2-40B4-BE49-F238E27FC236}">
                <a16:creationId xmlns:a16="http://schemas.microsoft.com/office/drawing/2014/main" id="{630A8940-6648-4473-B321-0BD0C7118C82}"/>
              </a:ext>
            </a:extLst>
          </p:cNvPr>
          <p:cNvSpPr>
            <a:spLocks xmlns:a="http://schemas.openxmlformats.org/drawingml/2006/main" noGrp="1"/>
          </p:cNvSpPr>
          <p:nvPr/>
        </p:nvSpPr>
        <p:spPr>
          <a:xfrm xmlns:a="http://schemas.openxmlformats.org/drawingml/2006/main">
            <a:off x="552450" y="2447925"/>
            <a:ext cx="4953000" cy="514350"/>
          </a:xfrm>
          <a:prstGeom xmlns:a="http://schemas.openxmlformats.org/drawingml/2006/main" prst="roundRect">
            <a:avLst>
              <a:gd name="adj" fmla="val 9000"/>
            </a:avLst>
          </a:prstGeom>
          <a:solidFill xmlns:a="http://schemas.openxmlformats.org/drawingml/2006/main">
            <a:srgbClr val="FFFFFF"/>
          </a:solidFill>
          <a:ln xmlns:a="http://schemas.openxmlformats.org/drawingml/2006/main" w="9525">
            <a:solidFill>
              <a:srgbClr val="D7E1EC"/>
            </a:solidFill>
            <a:prstDash val="solid"/>
          </a:ln>
        </p:spPr>
      </p:sp>
      <p:sp>
        <p:nvSpPr>
          <p:cNvPr id="14" name="">
            <a:extLst xmlns:a="http://schemas.openxmlformats.org/drawingml/2006/main">
              <a:ext uri="{FF2B5EF4-FFF2-40B4-BE49-F238E27FC236}">
                <a16:creationId xmlns:a16="http://schemas.microsoft.com/office/drawing/2014/main" id="{2101874E-6D7A-4FEB-8DE8-AC914817106A}"/>
              </a:ext>
            </a:extLst>
          </p:cNvPr>
          <p:cNvSpPr>
            <a:spLocks xmlns:a="http://schemas.openxmlformats.org/drawingml/2006/main" noGrp="1"/>
          </p:cNvSpPr>
          <p:nvPr/>
        </p:nvSpPr>
        <p:spPr>
          <a:xfrm xmlns:a="http://schemas.openxmlformats.org/drawingml/2006/main">
            <a:off x="666750" y="2533650"/>
            <a:ext cx="342900" cy="342900"/>
          </a:xfrm>
          <a:prstGeom xmlns:a="http://schemas.openxmlformats.org/drawingml/2006/main" prst="ellipse">
            <a:avLst/>
          </a:prstGeom>
          <a:solidFill xmlns:a="http://schemas.openxmlformats.org/drawingml/2006/main">
            <a:srgbClr val="E9F0FF"/>
          </a:solidFill>
          <a:ln xmlns:a="http://schemas.openxmlformats.org/drawingml/2006/main" w="0">
            <a:solidFill>
              <a:srgbClr val="E9F0FF"/>
            </a:solidFill>
            <a:prstDash val="solid"/>
          </a:ln>
        </p:spPr>
      </p:sp>
      <p:sp>
        <p:nvSpPr>
          <p:cNvPr id="15" name="">
            <a:extLst xmlns:a="http://schemas.openxmlformats.org/drawingml/2006/main">
              <a:ext uri="{FF2B5EF4-FFF2-40B4-BE49-F238E27FC236}">
                <a16:creationId xmlns:a16="http://schemas.microsoft.com/office/drawing/2014/main" id="{64B1B9D8-8832-4584-B062-C5D670A2101F}"/>
              </a:ext>
            </a:extLst>
          </p:cNvPr>
          <p:cNvSpPr>
            <a:spLocks xmlns:a="http://schemas.openxmlformats.org/drawingml/2006/main" noGrp="1"/>
          </p:cNvSpPr>
          <p:nvPr/>
        </p:nvSpPr>
        <p:spPr>
          <a:xfrm xmlns:a="http://schemas.openxmlformats.org/drawingml/2006/main">
            <a:off x="666750" y="2533650"/>
            <a:ext cx="3429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25" b="1">
                <a:solidFill>
                  <a:srgbClr val="2F6FED"/>
                </a:solidFill>
              </a:defRPr>
            </a:pPr>
            <a:r>
              <a:rPr sz="1125" b="1">
                <a:solidFill>
                  <a:srgbClr val="2F6FED"/>
                </a:solidFill>
              </a:rPr>
              <a:t>1</a:t>
            </a:r>
          </a:p>
        </p:txBody>
      </p:sp>
      <p:sp>
        <p:nvSpPr>
          <p:cNvPr id="16" name="">
            <a:extLst xmlns:a="http://schemas.openxmlformats.org/drawingml/2006/main">
              <a:ext uri="{FF2B5EF4-FFF2-40B4-BE49-F238E27FC236}">
                <a16:creationId xmlns:a16="http://schemas.microsoft.com/office/drawing/2014/main" id="{78DEEF23-2E78-4369-91C0-2845AF1C44C2}"/>
              </a:ext>
            </a:extLst>
          </p:cNvPr>
          <p:cNvSpPr>
            <a:spLocks xmlns:a="http://schemas.openxmlformats.org/drawingml/2006/main" noGrp="1"/>
          </p:cNvSpPr>
          <p:nvPr/>
        </p:nvSpPr>
        <p:spPr>
          <a:xfrm xmlns:a="http://schemas.openxmlformats.org/drawingml/2006/main">
            <a:off x="1143000" y="2543175"/>
            <a:ext cx="4095750" cy="3143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75" b="1">
                <a:solidFill>
                  <a:srgbClr val="102A43"/>
                </a:solidFill>
              </a:defRPr>
            </a:pPr>
            <a:r>
              <a:rPr sz="1275" b="1">
                <a:solidFill>
                  <a:srgbClr val="102A43"/>
                </a:solidFill>
              </a:rPr>
              <a:t>Ingest study documents</a:t>
            </a:r>
          </a:p>
        </p:txBody>
      </p:sp>
      <p:sp>
        <p:nvSpPr>
          <p:cNvPr id="17" name="">
            <a:extLst xmlns:a="http://schemas.openxmlformats.org/drawingml/2006/main">
              <a:ext uri="{FF2B5EF4-FFF2-40B4-BE49-F238E27FC236}">
                <a16:creationId xmlns:a16="http://schemas.microsoft.com/office/drawing/2014/main" id="{5F1192B1-5BB6-43A8-8282-45FBADA67414}"/>
              </a:ext>
            </a:extLst>
          </p:cNvPr>
          <p:cNvSpPr>
            <a:spLocks xmlns:a="http://schemas.openxmlformats.org/drawingml/2006/main" noGrp="1"/>
          </p:cNvSpPr>
          <p:nvPr/>
        </p:nvSpPr>
        <p:spPr>
          <a:xfrm xmlns:a="http://schemas.openxmlformats.org/drawingml/2006/main">
            <a:off x="552450" y="3038475"/>
            <a:ext cx="4953000" cy="514350"/>
          </a:xfrm>
          <a:prstGeom xmlns:a="http://schemas.openxmlformats.org/drawingml/2006/main" prst="roundRect">
            <a:avLst>
              <a:gd name="adj" fmla="val 9000"/>
            </a:avLst>
          </a:prstGeom>
          <a:solidFill xmlns:a="http://schemas.openxmlformats.org/drawingml/2006/main">
            <a:srgbClr val="FFFFFF"/>
          </a:solidFill>
          <a:ln xmlns:a="http://schemas.openxmlformats.org/drawingml/2006/main" w="9525">
            <a:solidFill>
              <a:srgbClr val="D7E1EC"/>
            </a:solidFill>
            <a:prstDash val="solid"/>
          </a:ln>
        </p:spPr>
      </p:sp>
      <p:sp>
        <p:nvSpPr>
          <p:cNvPr id="18" name="">
            <a:extLst xmlns:a="http://schemas.openxmlformats.org/drawingml/2006/main">
              <a:ext uri="{FF2B5EF4-FFF2-40B4-BE49-F238E27FC236}">
                <a16:creationId xmlns:a16="http://schemas.microsoft.com/office/drawing/2014/main" id="{43254B5B-F0A8-4BB0-A37C-3CD84420B2ED}"/>
              </a:ext>
            </a:extLst>
          </p:cNvPr>
          <p:cNvSpPr>
            <a:spLocks xmlns:a="http://schemas.openxmlformats.org/drawingml/2006/main" noGrp="1"/>
          </p:cNvSpPr>
          <p:nvPr/>
        </p:nvSpPr>
        <p:spPr>
          <a:xfrm xmlns:a="http://schemas.openxmlformats.org/drawingml/2006/main">
            <a:off x="666750" y="3124200"/>
            <a:ext cx="342900" cy="342900"/>
          </a:xfrm>
          <a:prstGeom xmlns:a="http://schemas.openxmlformats.org/drawingml/2006/main" prst="ellipse">
            <a:avLst/>
          </a:prstGeom>
          <a:solidFill xmlns:a="http://schemas.openxmlformats.org/drawingml/2006/main">
            <a:srgbClr val="E7F8F4"/>
          </a:solidFill>
          <a:ln xmlns:a="http://schemas.openxmlformats.org/drawingml/2006/main" w="0">
            <a:solidFill>
              <a:srgbClr val="E7F8F4"/>
            </a:solidFill>
            <a:prstDash val="solid"/>
          </a:ln>
        </p:spPr>
      </p:sp>
      <p:sp>
        <p:nvSpPr>
          <p:cNvPr id="19" name="">
            <a:extLst xmlns:a="http://schemas.openxmlformats.org/drawingml/2006/main">
              <a:ext uri="{FF2B5EF4-FFF2-40B4-BE49-F238E27FC236}">
                <a16:creationId xmlns:a16="http://schemas.microsoft.com/office/drawing/2014/main" id="{FC09A793-43D0-4EC6-83B7-1EF9B8FF96E2}"/>
              </a:ext>
            </a:extLst>
          </p:cNvPr>
          <p:cNvSpPr>
            <a:spLocks xmlns:a="http://schemas.openxmlformats.org/drawingml/2006/main" noGrp="1"/>
          </p:cNvSpPr>
          <p:nvPr/>
        </p:nvSpPr>
        <p:spPr>
          <a:xfrm xmlns:a="http://schemas.openxmlformats.org/drawingml/2006/main">
            <a:off x="666750" y="3124200"/>
            <a:ext cx="3429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25" b="1">
                <a:solidFill>
                  <a:srgbClr val="18A999"/>
                </a:solidFill>
              </a:defRPr>
            </a:pPr>
            <a:r>
              <a:rPr sz="1125" b="1">
                <a:solidFill>
                  <a:srgbClr val="18A999"/>
                </a:solidFill>
              </a:rPr>
              <a:t>2</a:t>
            </a:r>
          </a:p>
        </p:txBody>
      </p:sp>
      <p:sp>
        <p:nvSpPr>
          <p:cNvPr id="20" name="">
            <a:extLst xmlns:a="http://schemas.openxmlformats.org/drawingml/2006/main">
              <a:ext uri="{FF2B5EF4-FFF2-40B4-BE49-F238E27FC236}">
                <a16:creationId xmlns:a16="http://schemas.microsoft.com/office/drawing/2014/main" id="{4568E44C-1B2F-4E5D-8707-1CD7BC35099E}"/>
              </a:ext>
            </a:extLst>
          </p:cNvPr>
          <p:cNvSpPr>
            <a:spLocks xmlns:a="http://schemas.openxmlformats.org/drawingml/2006/main" noGrp="1"/>
          </p:cNvSpPr>
          <p:nvPr/>
        </p:nvSpPr>
        <p:spPr>
          <a:xfrm xmlns:a="http://schemas.openxmlformats.org/drawingml/2006/main">
            <a:off x="1143000" y="3133725"/>
            <a:ext cx="4095750" cy="3143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75" b="1">
                <a:solidFill>
                  <a:srgbClr val="102A43"/>
                </a:solidFill>
              </a:defRPr>
            </a:pPr>
            <a:r>
              <a:rPr sz="1275" b="1">
                <a:solidFill>
                  <a:srgbClr val="102A43"/>
                </a:solidFill>
              </a:rPr>
              <a:t>Ask the Visit 2 question</a:t>
            </a:r>
          </a:p>
        </p:txBody>
      </p:sp>
      <p:sp>
        <p:nvSpPr>
          <p:cNvPr id="21" name="">
            <a:extLst xmlns:a="http://schemas.openxmlformats.org/drawingml/2006/main">
              <a:ext uri="{FF2B5EF4-FFF2-40B4-BE49-F238E27FC236}">
                <a16:creationId xmlns:a16="http://schemas.microsoft.com/office/drawing/2014/main" id="{246D86B3-2570-4352-8DF1-80D6FB8F577A}"/>
              </a:ext>
            </a:extLst>
          </p:cNvPr>
          <p:cNvSpPr>
            <a:spLocks xmlns:a="http://schemas.openxmlformats.org/drawingml/2006/main" noGrp="1"/>
          </p:cNvSpPr>
          <p:nvPr/>
        </p:nvSpPr>
        <p:spPr>
          <a:xfrm xmlns:a="http://schemas.openxmlformats.org/drawingml/2006/main">
            <a:off x="552450" y="3629025"/>
            <a:ext cx="4953000" cy="514350"/>
          </a:xfrm>
          <a:prstGeom xmlns:a="http://schemas.openxmlformats.org/drawingml/2006/main" prst="roundRect">
            <a:avLst>
              <a:gd name="adj" fmla="val 9000"/>
            </a:avLst>
          </a:prstGeom>
          <a:solidFill xmlns:a="http://schemas.openxmlformats.org/drawingml/2006/main">
            <a:srgbClr val="FFFFFF"/>
          </a:solidFill>
          <a:ln xmlns:a="http://schemas.openxmlformats.org/drawingml/2006/main" w="9525">
            <a:solidFill>
              <a:srgbClr val="D7E1EC"/>
            </a:solidFill>
            <a:prstDash val="solid"/>
          </a:ln>
        </p:spPr>
      </p:sp>
      <p:sp>
        <p:nvSpPr>
          <p:cNvPr id="22" name="">
            <a:extLst xmlns:a="http://schemas.openxmlformats.org/drawingml/2006/main">
              <a:ext uri="{FF2B5EF4-FFF2-40B4-BE49-F238E27FC236}">
                <a16:creationId xmlns:a16="http://schemas.microsoft.com/office/drawing/2014/main" id="{CAC58A19-C306-4730-A446-0FF78654B7B2}"/>
              </a:ext>
            </a:extLst>
          </p:cNvPr>
          <p:cNvSpPr>
            <a:spLocks xmlns:a="http://schemas.openxmlformats.org/drawingml/2006/main" noGrp="1"/>
          </p:cNvSpPr>
          <p:nvPr/>
        </p:nvSpPr>
        <p:spPr>
          <a:xfrm xmlns:a="http://schemas.openxmlformats.org/drawingml/2006/main">
            <a:off x="666750" y="3714750"/>
            <a:ext cx="342900" cy="342900"/>
          </a:xfrm>
          <a:prstGeom xmlns:a="http://schemas.openxmlformats.org/drawingml/2006/main" prst="ellipse">
            <a:avLst/>
          </a:prstGeom>
          <a:solidFill xmlns:a="http://schemas.openxmlformats.org/drawingml/2006/main">
            <a:srgbClr val="E9F0FF"/>
          </a:solidFill>
          <a:ln xmlns:a="http://schemas.openxmlformats.org/drawingml/2006/main" w="0">
            <a:solidFill>
              <a:srgbClr val="E9F0FF"/>
            </a:solidFill>
            <a:prstDash val="solid"/>
          </a:ln>
        </p:spPr>
      </p:sp>
      <p:sp>
        <p:nvSpPr>
          <p:cNvPr id="23" name="">
            <a:extLst xmlns:a="http://schemas.openxmlformats.org/drawingml/2006/main">
              <a:ext uri="{FF2B5EF4-FFF2-40B4-BE49-F238E27FC236}">
                <a16:creationId xmlns:a16="http://schemas.microsoft.com/office/drawing/2014/main" id="{936EB423-2C84-4E7A-89B6-4D02431E095C}"/>
              </a:ext>
            </a:extLst>
          </p:cNvPr>
          <p:cNvSpPr>
            <a:spLocks xmlns:a="http://schemas.openxmlformats.org/drawingml/2006/main" noGrp="1"/>
          </p:cNvSpPr>
          <p:nvPr/>
        </p:nvSpPr>
        <p:spPr>
          <a:xfrm xmlns:a="http://schemas.openxmlformats.org/drawingml/2006/main">
            <a:off x="666750" y="3714750"/>
            <a:ext cx="3429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25" b="1">
                <a:solidFill>
                  <a:srgbClr val="2F6FED"/>
                </a:solidFill>
              </a:defRPr>
            </a:pPr>
            <a:r>
              <a:rPr sz="1125" b="1">
                <a:solidFill>
                  <a:srgbClr val="2F6FED"/>
                </a:solidFill>
              </a:rPr>
              <a:t>3</a:t>
            </a:r>
          </a:p>
        </p:txBody>
      </p:sp>
      <p:sp>
        <p:nvSpPr>
          <p:cNvPr id="24" name="">
            <a:extLst xmlns:a="http://schemas.openxmlformats.org/drawingml/2006/main">
              <a:ext uri="{FF2B5EF4-FFF2-40B4-BE49-F238E27FC236}">
                <a16:creationId xmlns:a16="http://schemas.microsoft.com/office/drawing/2014/main" id="{A769BDDF-B336-490A-8BDB-DA01FA7D5709}"/>
              </a:ext>
            </a:extLst>
          </p:cNvPr>
          <p:cNvSpPr>
            <a:spLocks xmlns:a="http://schemas.openxmlformats.org/drawingml/2006/main" noGrp="1"/>
          </p:cNvSpPr>
          <p:nvPr/>
        </p:nvSpPr>
        <p:spPr>
          <a:xfrm xmlns:a="http://schemas.openxmlformats.org/drawingml/2006/main">
            <a:off x="1143000" y="3724275"/>
            <a:ext cx="4095750" cy="3143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75" b="1">
                <a:solidFill>
                  <a:srgbClr val="102A43"/>
                </a:solidFill>
              </a:defRPr>
            </a:pPr>
            <a:r>
              <a:rPr sz="1275" b="1">
                <a:solidFill>
                  <a:srgbClr val="102A43"/>
                </a:solidFill>
              </a:rPr>
              <a:t>Summarize safety monitoring</a:t>
            </a:r>
          </a:p>
        </p:txBody>
      </p:sp>
      <p:sp>
        <p:nvSpPr>
          <p:cNvPr id="25" name="">
            <a:extLst xmlns:a="http://schemas.openxmlformats.org/drawingml/2006/main">
              <a:ext uri="{FF2B5EF4-FFF2-40B4-BE49-F238E27FC236}">
                <a16:creationId xmlns:a16="http://schemas.microsoft.com/office/drawing/2014/main" id="{F20C4B48-5541-4FCB-B336-1A2A2FE1DCDD}"/>
              </a:ext>
            </a:extLst>
          </p:cNvPr>
          <p:cNvSpPr>
            <a:spLocks xmlns:a="http://schemas.openxmlformats.org/drawingml/2006/main" noGrp="1"/>
          </p:cNvSpPr>
          <p:nvPr/>
        </p:nvSpPr>
        <p:spPr>
          <a:xfrm xmlns:a="http://schemas.openxmlformats.org/drawingml/2006/main">
            <a:off x="552450" y="4219575"/>
            <a:ext cx="4953000" cy="514350"/>
          </a:xfrm>
          <a:prstGeom xmlns:a="http://schemas.openxmlformats.org/drawingml/2006/main" prst="roundRect">
            <a:avLst>
              <a:gd name="adj" fmla="val 9000"/>
            </a:avLst>
          </a:prstGeom>
          <a:solidFill xmlns:a="http://schemas.openxmlformats.org/drawingml/2006/main">
            <a:srgbClr val="FFFFFF"/>
          </a:solidFill>
          <a:ln xmlns:a="http://schemas.openxmlformats.org/drawingml/2006/main" w="9525">
            <a:solidFill>
              <a:srgbClr val="D7E1EC"/>
            </a:solidFill>
            <a:prstDash val="solid"/>
          </a:ln>
        </p:spPr>
      </p:sp>
      <p:sp>
        <p:nvSpPr>
          <p:cNvPr id="26" name="">
            <a:extLst xmlns:a="http://schemas.openxmlformats.org/drawingml/2006/main">
              <a:ext uri="{FF2B5EF4-FFF2-40B4-BE49-F238E27FC236}">
                <a16:creationId xmlns:a16="http://schemas.microsoft.com/office/drawing/2014/main" id="{A1A50B1B-1793-4A17-9B36-08600F33597E}"/>
              </a:ext>
            </a:extLst>
          </p:cNvPr>
          <p:cNvSpPr>
            <a:spLocks xmlns:a="http://schemas.openxmlformats.org/drawingml/2006/main" noGrp="1"/>
          </p:cNvSpPr>
          <p:nvPr/>
        </p:nvSpPr>
        <p:spPr>
          <a:xfrm xmlns:a="http://schemas.openxmlformats.org/drawingml/2006/main">
            <a:off x="666750" y="4305300"/>
            <a:ext cx="342900" cy="342900"/>
          </a:xfrm>
          <a:prstGeom xmlns:a="http://schemas.openxmlformats.org/drawingml/2006/main" prst="ellipse">
            <a:avLst/>
          </a:prstGeom>
          <a:solidFill xmlns:a="http://schemas.openxmlformats.org/drawingml/2006/main">
            <a:srgbClr val="E7F8F4"/>
          </a:solidFill>
          <a:ln xmlns:a="http://schemas.openxmlformats.org/drawingml/2006/main" w="0">
            <a:solidFill>
              <a:srgbClr val="E7F8F4"/>
            </a:solidFill>
            <a:prstDash val="solid"/>
          </a:ln>
        </p:spPr>
      </p:sp>
      <p:sp>
        <p:nvSpPr>
          <p:cNvPr id="27" name="">
            <a:extLst xmlns:a="http://schemas.openxmlformats.org/drawingml/2006/main">
              <a:ext uri="{FF2B5EF4-FFF2-40B4-BE49-F238E27FC236}">
                <a16:creationId xmlns:a16="http://schemas.microsoft.com/office/drawing/2014/main" id="{405C9491-F3D1-4FE2-8FEA-231AD7FEDFD7}"/>
              </a:ext>
            </a:extLst>
          </p:cNvPr>
          <p:cNvSpPr>
            <a:spLocks xmlns:a="http://schemas.openxmlformats.org/drawingml/2006/main" noGrp="1"/>
          </p:cNvSpPr>
          <p:nvPr/>
        </p:nvSpPr>
        <p:spPr>
          <a:xfrm xmlns:a="http://schemas.openxmlformats.org/drawingml/2006/main">
            <a:off x="666750" y="4305300"/>
            <a:ext cx="3429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25" b="1">
                <a:solidFill>
                  <a:srgbClr val="18A999"/>
                </a:solidFill>
              </a:defRPr>
            </a:pPr>
            <a:r>
              <a:rPr sz="1125" b="1">
                <a:solidFill>
                  <a:srgbClr val="18A999"/>
                </a:solidFill>
              </a:rPr>
              <a:t>4</a:t>
            </a:r>
          </a:p>
        </p:txBody>
      </p:sp>
      <p:sp>
        <p:nvSpPr>
          <p:cNvPr id="28" name="">
            <a:extLst xmlns:a="http://schemas.openxmlformats.org/drawingml/2006/main">
              <a:ext uri="{FF2B5EF4-FFF2-40B4-BE49-F238E27FC236}">
                <a16:creationId xmlns:a16="http://schemas.microsoft.com/office/drawing/2014/main" id="{47852AAC-2E8A-4556-8994-16A0BB6404C9}"/>
              </a:ext>
            </a:extLst>
          </p:cNvPr>
          <p:cNvSpPr>
            <a:spLocks xmlns:a="http://schemas.openxmlformats.org/drawingml/2006/main" noGrp="1"/>
          </p:cNvSpPr>
          <p:nvPr/>
        </p:nvSpPr>
        <p:spPr>
          <a:xfrm xmlns:a="http://schemas.openxmlformats.org/drawingml/2006/main">
            <a:off x="1143000" y="4314825"/>
            <a:ext cx="4095750" cy="3143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75" b="1">
                <a:solidFill>
                  <a:srgbClr val="102A43"/>
                </a:solidFill>
              </a:defRPr>
            </a:pPr>
            <a:r>
              <a:rPr sz="1275" b="1">
                <a:solidFill>
                  <a:srgbClr val="102A43"/>
                </a:solidFill>
              </a:rPr>
              <a:t>Detect operational risks</a:t>
            </a:r>
          </a:p>
        </p:txBody>
      </p:sp>
      <p:sp>
        <p:nvSpPr>
          <p:cNvPr id="29" name="">
            <a:extLst xmlns:a="http://schemas.openxmlformats.org/drawingml/2006/main">
              <a:ext uri="{FF2B5EF4-FFF2-40B4-BE49-F238E27FC236}">
                <a16:creationId xmlns:a16="http://schemas.microsoft.com/office/drawing/2014/main" id="{EF3DB17E-31F0-4765-9BC9-927B1A25F924}"/>
              </a:ext>
            </a:extLst>
          </p:cNvPr>
          <p:cNvSpPr>
            <a:spLocks xmlns:a="http://schemas.openxmlformats.org/drawingml/2006/main" noGrp="1"/>
          </p:cNvSpPr>
          <p:nvPr/>
        </p:nvSpPr>
        <p:spPr>
          <a:xfrm xmlns:a="http://schemas.openxmlformats.org/drawingml/2006/main">
            <a:off x="552450" y="4810125"/>
            <a:ext cx="4953000" cy="514350"/>
          </a:xfrm>
          <a:prstGeom xmlns:a="http://schemas.openxmlformats.org/drawingml/2006/main" prst="roundRect">
            <a:avLst>
              <a:gd name="adj" fmla="val 9000"/>
            </a:avLst>
          </a:prstGeom>
          <a:solidFill xmlns:a="http://schemas.openxmlformats.org/drawingml/2006/main">
            <a:srgbClr val="FFFFFF"/>
          </a:solidFill>
          <a:ln xmlns:a="http://schemas.openxmlformats.org/drawingml/2006/main" w="9525">
            <a:solidFill>
              <a:srgbClr val="D7E1EC"/>
            </a:solidFill>
            <a:prstDash val="solid"/>
          </a:ln>
        </p:spPr>
      </p:sp>
      <p:sp>
        <p:nvSpPr>
          <p:cNvPr id="30" name="">
            <a:extLst xmlns:a="http://schemas.openxmlformats.org/drawingml/2006/main">
              <a:ext uri="{FF2B5EF4-FFF2-40B4-BE49-F238E27FC236}">
                <a16:creationId xmlns:a16="http://schemas.microsoft.com/office/drawing/2014/main" id="{E89A6E35-62ED-4C46-9E3B-5A1B7F133CB7}"/>
              </a:ext>
            </a:extLst>
          </p:cNvPr>
          <p:cNvSpPr>
            <a:spLocks xmlns:a="http://schemas.openxmlformats.org/drawingml/2006/main" noGrp="1"/>
          </p:cNvSpPr>
          <p:nvPr/>
        </p:nvSpPr>
        <p:spPr>
          <a:xfrm xmlns:a="http://schemas.openxmlformats.org/drawingml/2006/main">
            <a:off x="666750" y="4895850"/>
            <a:ext cx="342900" cy="342900"/>
          </a:xfrm>
          <a:prstGeom xmlns:a="http://schemas.openxmlformats.org/drawingml/2006/main" prst="ellipse">
            <a:avLst/>
          </a:prstGeom>
          <a:solidFill xmlns:a="http://schemas.openxmlformats.org/drawingml/2006/main">
            <a:srgbClr val="E9F0FF"/>
          </a:solidFill>
          <a:ln xmlns:a="http://schemas.openxmlformats.org/drawingml/2006/main" w="0">
            <a:solidFill>
              <a:srgbClr val="E9F0FF"/>
            </a:solidFill>
            <a:prstDash val="solid"/>
          </a:ln>
        </p:spPr>
      </p:sp>
      <p:sp>
        <p:nvSpPr>
          <p:cNvPr id="31" name="">
            <a:extLst xmlns:a="http://schemas.openxmlformats.org/drawingml/2006/main">
              <a:ext uri="{FF2B5EF4-FFF2-40B4-BE49-F238E27FC236}">
                <a16:creationId xmlns:a16="http://schemas.microsoft.com/office/drawing/2014/main" id="{DC30251D-F24E-45B3-880D-3CC7856D626D}"/>
              </a:ext>
            </a:extLst>
          </p:cNvPr>
          <p:cNvSpPr>
            <a:spLocks xmlns:a="http://schemas.openxmlformats.org/drawingml/2006/main" noGrp="1"/>
          </p:cNvSpPr>
          <p:nvPr/>
        </p:nvSpPr>
        <p:spPr>
          <a:xfrm xmlns:a="http://schemas.openxmlformats.org/drawingml/2006/main">
            <a:off x="666750" y="4895850"/>
            <a:ext cx="3429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25" b="1">
                <a:solidFill>
                  <a:srgbClr val="2F6FED"/>
                </a:solidFill>
              </a:defRPr>
            </a:pPr>
            <a:r>
              <a:rPr sz="1125" b="1">
                <a:solidFill>
                  <a:srgbClr val="2F6FED"/>
                </a:solidFill>
              </a:rPr>
              <a:t>5</a:t>
            </a:r>
          </a:p>
        </p:txBody>
      </p:sp>
      <p:sp>
        <p:nvSpPr>
          <p:cNvPr id="32" name="">
            <a:extLst xmlns:a="http://schemas.openxmlformats.org/drawingml/2006/main">
              <a:ext uri="{FF2B5EF4-FFF2-40B4-BE49-F238E27FC236}">
                <a16:creationId xmlns:a16="http://schemas.microsoft.com/office/drawing/2014/main" id="{8A6954E8-935D-4376-B7CC-7DB8968E90E0}"/>
              </a:ext>
            </a:extLst>
          </p:cNvPr>
          <p:cNvSpPr>
            <a:spLocks xmlns:a="http://schemas.openxmlformats.org/drawingml/2006/main" noGrp="1"/>
          </p:cNvSpPr>
          <p:nvPr/>
        </p:nvSpPr>
        <p:spPr>
          <a:xfrm xmlns:a="http://schemas.openxmlformats.org/drawingml/2006/main">
            <a:off x="1143000" y="4905375"/>
            <a:ext cx="4095750" cy="3143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75" b="1">
                <a:solidFill>
                  <a:srgbClr val="102A43"/>
                </a:solidFill>
              </a:defRPr>
            </a:pPr>
            <a:r>
              <a:rPr sz="1275" b="1">
                <a:solidFill>
                  <a:srgbClr val="102A43"/>
                </a:solidFill>
              </a:rPr>
              <a:t>Generate the CRA action plan</a:t>
            </a:r>
          </a:p>
        </p:txBody>
      </p:sp>
      <p:sp>
        <p:nvSpPr>
          <p:cNvPr id="33" name="">
            <a:extLst xmlns:a="http://schemas.openxmlformats.org/drawingml/2006/main">
              <a:ext uri="{FF2B5EF4-FFF2-40B4-BE49-F238E27FC236}">
                <a16:creationId xmlns:a16="http://schemas.microsoft.com/office/drawing/2014/main" id="{E6A17F01-707E-496D-925A-174451EBBCFD}"/>
              </a:ext>
            </a:extLst>
          </p:cNvPr>
          <p:cNvSpPr>
            <a:spLocks xmlns:a="http://schemas.openxmlformats.org/drawingml/2006/main" noGrp="1"/>
          </p:cNvSpPr>
          <p:nvPr/>
        </p:nvSpPr>
        <p:spPr>
          <a:xfrm xmlns:a="http://schemas.openxmlformats.org/drawingml/2006/main">
            <a:off x="552450" y="5400675"/>
            <a:ext cx="4953000" cy="514350"/>
          </a:xfrm>
          <a:prstGeom xmlns:a="http://schemas.openxmlformats.org/drawingml/2006/main" prst="roundRect">
            <a:avLst>
              <a:gd name="adj" fmla="val 9000"/>
            </a:avLst>
          </a:prstGeom>
          <a:solidFill xmlns:a="http://schemas.openxmlformats.org/drawingml/2006/main">
            <a:srgbClr val="FFFFFF"/>
          </a:solidFill>
          <a:ln xmlns:a="http://schemas.openxmlformats.org/drawingml/2006/main" w="9525">
            <a:solidFill>
              <a:srgbClr val="D7E1EC"/>
            </a:solidFill>
            <a:prstDash val="solid"/>
          </a:ln>
        </p:spPr>
      </p:sp>
      <p:sp>
        <p:nvSpPr>
          <p:cNvPr id="34" name="">
            <a:extLst xmlns:a="http://schemas.openxmlformats.org/drawingml/2006/main">
              <a:ext uri="{FF2B5EF4-FFF2-40B4-BE49-F238E27FC236}">
                <a16:creationId xmlns:a16="http://schemas.microsoft.com/office/drawing/2014/main" id="{146713B1-05BA-4B7E-8846-95F8A939B463}"/>
              </a:ext>
            </a:extLst>
          </p:cNvPr>
          <p:cNvSpPr>
            <a:spLocks xmlns:a="http://schemas.openxmlformats.org/drawingml/2006/main" noGrp="1"/>
          </p:cNvSpPr>
          <p:nvPr/>
        </p:nvSpPr>
        <p:spPr>
          <a:xfrm xmlns:a="http://schemas.openxmlformats.org/drawingml/2006/main">
            <a:off x="666750" y="5486400"/>
            <a:ext cx="342900" cy="342900"/>
          </a:xfrm>
          <a:prstGeom xmlns:a="http://schemas.openxmlformats.org/drawingml/2006/main" prst="ellipse">
            <a:avLst/>
          </a:prstGeom>
          <a:solidFill xmlns:a="http://schemas.openxmlformats.org/drawingml/2006/main">
            <a:srgbClr val="E7F8F4"/>
          </a:solidFill>
          <a:ln xmlns:a="http://schemas.openxmlformats.org/drawingml/2006/main" w="0">
            <a:solidFill>
              <a:srgbClr val="E7F8F4"/>
            </a:solidFill>
            <a:prstDash val="solid"/>
          </a:ln>
        </p:spPr>
      </p:sp>
      <p:sp>
        <p:nvSpPr>
          <p:cNvPr id="35" name="">
            <a:extLst xmlns:a="http://schemas.openxmlformats.org/drawingml/2006/main">
              <a:ext uri="{FF2B5EF4-FFF2-40B4-BE49-F238E27FC236}">
                <a16:creationId xmlns:a16="http://schemas.microsoft.com/office/drawing/2014/main" id="{06976EB1-BFDD-4302-87F3-0E321382BB11}"/>
              </a:ext>
            </a:extLst>
          </p:cNvPr>
          <p:cNvSpPr>
            <a:spLocks xmlns:a="http://schemas.openxmlformats.org/drawingml/2006/main" noGrp="1"/>
          </p:cNvSpPr>
          <p:nvPr/>
        </p:nvSpPr>
        <p:spPr>
          <a:xfrm xmlns:a="http://schemas.openxmlformats.org/drawingml/2006/main">
            <a:off x="666750" y="5486400"/>
            <a:ext cx="3429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25" b="1">
                <a:solidFill>
                  <a:srgbClr val="18A999"/>
                </a:solidFill>
              </a:defRPr>
            </a:pPr>
            <a:r>
              <a:rPr sz="1125" b="1">
                <a:solidFill>
                  <a:srgbClr val="18A999"/>
                </a:solidFill>
              </a:rPr>
              <a:t>6</a:t>
            </a:r>
          </a:p>
        </p:txBody>
      </p:sp>
      <p:sp>
        <p:nvSpPr>
          <p:cNvPr id="36" name="">
            <a:extLst xmlns:a="http://schemas.openxmlformats.org/drawingml/2006/main">
              <a:ext uri="{FF2B5EF4-FFF2-40B4-BE49-F238E27FC236}">
                <a16:creationId xmlns:a16="http://schemas.microsoft.com/office/drawing/2014/main" id="{E18B4506-3469-47A3-B859-203D8C1E9633}"/>
              </a:ext>
            </a:extLst>
          </p:cNvPr>
          <p:cNvSpPr>
            <a:spLocks xmlns:a="http://schemas.openxmlformats.org/drawingml/2006/main" noGrp="1"/>
          </p:cNvSpPr>
          <p:nvPr/>
        </p:nvSpPr>
        <p:spPr>
          <a:xfrm xmlns:a="http://schemas.openxmlformats.org/drawingml/2006/main">
            <a:off x="1143000" y="5495925"/>
            <a:ext cx="4095750" cy="3143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75" b="1">
                <a:solidFill>
                  <a:srgbClr val="102A43"/>
                </a:solidFill>
              </a:defRPr>
            </a:pPr>
            <a:r>
              <a:rPr sz="1275" b="1">
                <a:solidFill>
                  <a:srgbClr val="102A43"/>
                </a:solidFill>
              </a:rPr>
              <a:t>Save and reuse memory</a:t>
            </a:r>
          </a:p>
        </p:txBody>
      </p:sp>
      <p:sp>
        <p:nvSpPr>
          <p:cNvPr id="37" name="">
            <a:extLst xmlns:a="http://schemas.openxmlformats.org/drawingml/2006/main">
              <a:ext uri="{FF2B5EF4-FFF2-40B4-BE49-F238E27FC236}">
                <a16:creationId xmlns:a16="http://schemas.microsoft.com/office/drawing/2014/main" id="{869BBD91-604F-4E8D-B4B7-3959E47FA2F4}"/>
              </a:ext>
            </a:extLst>
          </p:cNvPr>
          <p:cNvSpPr>
            <a:spLocks xmlns:a="http://schemas.openxmlformats.org/drawingml/2006/main" noGrp="1"/>
          </p:cNvSpPr>
          <p:nvPr/>
        </p:nvSpPr>
        <p:spPr>
          <a:xfrm xmlns:a="http://schemas.openxmlformats.org/drawingml/2006/main">
            <a:off x="6457950" y="2447925"/>
            <a:ext cx="2400300" cy="552450"/>
          </a:xfrm>
          <a:prstGeom xmlns:a="http://schemas.openxmlformats.org/drawingml/2006/main" prst="roundRect">
            <a:avLst>
              <a:gd name="adj" fmla="val 12000"/>
            </a:avLst>
          </a:prstGeom>
          <a:solidFill xmlns:a="http://schemas.openxmlformats.org/drawingml/2006/main">
            <a:srgbClr val="E9F0FF"/>
          </a:solidFill>
          <a:ln xmlns:a="http://schemas.openxmlformats.org/drawingml/2006/main" w="0">
            <a:solidFill>
              <a:srgbClr val="E9F0FF"/>
            </a:solidFill>
            <a:prstDash val="solid"/>
          </a:ln>
        </p:spPr>
      </p:sp>
      <p:sp>
        <p:nvSpPr>
          <p:cNvPr id="38" name="">
            <a:extLst xmlns:a="http://schemas.openxmlformats.org/drawingml/2006/main">
              <a:ext uri="{FF2B5EF4-FFF2-40B4-BE49-F238E27FC236}">
                <a16:creationId xmlns:a16="http://schemas.microsoft.com/office/drawing/2014/main" id="{E76F13F1-7529-4AA7-B345-B7FCFBA8111F}"/>
              </a:ext>
            </a:extLst>
          </p:cNvPr>
          <p:cNvSpPr>
            <a:spLocks xmlns:a="http://schemas.openxmlformats.org/drawingml/2006/main" noGrp="1"/>
          </p:cNvSpPr>
          <p:nvPr/>
        </p:nvSpPr>
        <p:spPr>
          <a:xfrm xmlns:a="http://schemas.openxmlformats.org/drawingml/2006/main">
            <a:off x="6610350" y="2619375"/>
            <a:ext cx="209550" cy="209550"/>
          </a:xfrm>
          <a:prstGeom xmlns:a="http://schemas.openxmlformats.org/drawingml/2006/main" prst="ellipse">
            <a:avLst/>
          </a:prstGeom>
          <a:solidFill xmlns:a="http://schemas.openxmlformats.org/drawingml/2006/main">
            <a:srgbClr val="2F6FED"/>
          </a:solidFill>
          <a:ln xmlns:a="http://schemas.openxmlformats.org/drawingml/2006/main" w="0">
            <a:solidFill>
              <a:srgbClr val="2F6FED"/>
            </a:solidFill>
            <a:prstDash val="solid"/>
          </a:ln>
        </p:spPr>
      </p:sp>
      <p:sp>
        <p:nvSpPr>
          <p:cNvPr id="39" name="">
            <a:extLst xmlns:a="http://schemas.openxmlformats.org/drawingml/2006/main">
              <a:ext uri="{FF2B5EF4-FFF2-40B4-BE49-F238E27FC236}">
                <a16:creationId xmlns:a16="http://schemas.microsoft.com/office/drawing/2014/main" id="{2342AF6B-7074-46CA-8613-6489B9A1E227}"/>
              </a:ext>
            </a:extLst>
          </p:cNvPr>
          <p:cNvSpPr>
            <a:spLocks xmlns:a="http://schemas.openxmlformats.org/drawingml/2006/main" noGrp="1"/>
          </p:cNvSpPr>
          <p:nvPr/>
        </p:nvSpPr>
        <p:spPr>
          <a:xfrm xmlns:a="http://schemas.openxmlformats.org/drawingml/2006/main">
            <a:off x="6610350" y="2600325"/>
            <a:ext cx="2095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FFFFFF"/>
                </a:solidFill>
              </a:defRPr>
            </a:pPr>
            <a:r>
              <a:rPr sz="1050" b="1">
                <a:solidFill>
                  <a:srgbClr val="FFFFFF"/>
                </a:solidFill>
              </a:rPr>
              <a:t>✓</a:t>
            </a:r>
          </a:p>
        </p:txBody>
      </p:sp>
      <p:sp>
        <p:nvSpPr>
          <p:cNvPr id="40" name="">
            <a:extLst xmlns:a="http://schemas.openxmlformats.org/drawingml/2006/main">
              <a:ext uri="{FF2B5EF4-FFF2-40B4-BE49-F238E27FC236}">
                <a16:creationId xmlns:a16="http://schemas.microsoft.com/office/drawing/2014/main" id="{7F3001C6-9ADA-4588-9223-528DFF8058D7}"/>
              </a:ext>
            </a:extLst>
          </p:cNvPr>
          <p:cNvSpPr>
            <a:spLocks xmlns:a="http://schemas.openxmlformats.org/drawingml/2006/main" noGrp="1"/>
          </p:cNvSpPr>
          <p:nvPr/>
        </p:nvSpPr>
        <p:spPr>
          <a:xfrm xmlns:a="http://schemas.openxmlformats.org/drawingml/2006/main">
            <a:off x="6934200" y="2571750"/>
            <a:ext cx="18097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1">
                <a:solidFill>
                  <a:srgbClr val="102A43"/>
                </a:solidFill>
              </a:defRPr>
            </a:pPr>
            <a:r>
              <a:rPr sz="1200" b="1">
                <a:solidFill>
                  <a:srgbClr val="102A43"/>
                </a:solidFill>
              </a:rPr>
              <a:t>Persona design</a:t>
            </a:r>
          </a:p>
        </p:txBody>
      </p:sp>
      <p:sp>
        <p:nvSpPr>
          <p:cNvPr id="41" name="">
            <a:extLst xmlns:a="http://schemas.openxmlformats.org/drawingml/2006/main">
              <a:ext uri="{FF2B5EF4-FFF2-40B4-BE49-F238E27FC236}">
                <a16:creationId xmlns:a16="http://schemas.microsoft.com/office/drawing/2014/main" id="{E9CA9653-648A-435A-AAAF-12929D50E0BA}"/>
              </a:ext>
            </a:extLst>
          </p:cNvPr>
          <p:cNvSpPr>
            <a:spLocks xmlns:a="http://schemas.openxmlformats.org/drawingml/2006/main" noGrp="1"/>
          </p:cNvSpPr>
          <p:nvPr/>
        </p:nvSpPr>
        <p:spPr>
          <a:xfrm xmlns:a="http://schemas.openxmlformats.org/drawingml/2006/main">
            <a:off x="9048750" y="2447925"/>
            <a:ext cx="2400300" cy="552450"/>
          </a:xfrm>
          <a:prstGeom xmlns:a="http://schemas.openxmlformats.org/drawingml/2006/main" prst="roundRect">
            <a:avLst>
              <a:gd name="adj" fmla="val 12000"/>
            </a:avLst>
          </a:prstGeom>
          <a:solidFill xmlns:a="http://schemas.openxmlformats.org/drawingml/2006/main">
            <a:srgbClr val="E7F8F4"/>
          </a:solidFill>
          <a:ln xmlns:a="http://schemas.openxmlformats.org/drawingml/2006/main" w="0">
            <a:solidFill>
              <a:srgbClr val="E7F8F4"/>
            </a:solidFill>
            <a:prstDash val="solid"/>
          </a:ln>
        </p:spPr>
      </p:sp>
      <p:sp>
        <p:nvSpPr>
          <p:cNvPr id="42" name="">
            <a:extLst xmlns:a="http://schemas.openxmlformats.org/drawingml/2006/main">
              <a:ext uri="{FF2B5EF4-FFF2-40B4-BE49-F238E27FC236}">
                <a16:creationId xmlns:a16="http://schemas.microsoft.com/office/drawing/2014/main" id="{317CE7E0-336D-4E16-8B67-81AA64237399}"/>
              </a:ext>
            </a:extLst>
          </p:cNvPr>
          <p:cNvSpPr>
            <a:spLocks xmlns:a="http://schemas.openxmlformats.org/drawingml/2006/main" noGrp="1"/>
          </p:cNvSpPr>
          <p:nvPr/>
        </p:nvSpPr>
        <p:spPr>
          <a:xfrm xmlns:a="http://schemas.openxmlformats.org/drawingml/2006/main">
            <a:off x="9201150" y="2619375"/>
            <a:ext cx="209550" cy="209550"/>
          </a:xfrm>
          <a:prstGeom xmlns:a="http://schemas.openxmlformats.org/drawingml/2006/main" prst="ellipse">
            <a:avLst/>
          </a:prstGeom>
          <a:solidFill xmlns:a="http://schemas.openxmlformats.org/drawingml/2006/main">
            <a:srgbClr val="18A999"/>
          </a:solidFill>
          <a:ln xmlns:a="http://schemas.openxmlformats.org/drawingml/2006/main" w="0">
            <a:solidFill>
              <a:srgbClr val="18A999"/>
            </a:solidFill>
            <a:prstDash val="solid"/>
          </a:ln>
        </p:spPr>
      </p:sp>
      <p:sp>
        <p:nvSpPr>
          <p:cNvPr id="43" name="">
            <a:extLst xmlns:a="http://schemas.openxmlformats.org/drawingml/2006/main">
              <a:ext uri="{FF2B5EF4-FFF2-40B4-BE49-F238E27FC236}">
                <a16:creationId xmlns:a16="http://schemas.microsoft.com/office/drawing/2014/main" id="{82EA5047-356F-477B-B12A-44E83A531FF4}"/>
              </a:ext>
            </a:extLst>
          </p:cNvPr>
          <p:cNvSpPr>
            <a:spLocks xmlns:a="http://schemas.openxmlformats.org/drawingml/2006/main" noGrp="1"/>
          </p:cNvSpPr>
          <p:nvPr/>
        </p:nvSpPr>
        <p:spPr>
          <a:xfrm xmlns:a="http://schemas.openxmlformats.org/drawingml/2006/main">
            <a:off x="9201150" y="2600325"/>
            <a:ext cx="2095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FFFFFF"/>
                </a:solidFill>
              </a:defRPr>
            </a:pPr>
            <a:r>
              <a:rPr sz="1050" b="1">
                <a:solidFill>
                  <a:srgbClr val="FFFFFF"/>
                </a:solidFill>
              </a:rPr>
              <a:t>✓</a:t>
            </a:r>
          </a:p>
        </p:txBody>
      </p:sp>
      <p:sp>
        <p:nvSpPr>
          <p:cNvPr id="44" name="">
            <a:extLst xmlns:a="http://schemas.openxmlformats.org/drawingml/2006/main">
              <a:ext uri="{FF2B5EF4-FFF2-40B4-BE49-F238E27FC236}">
                <a16:creationId xmlns:a16="http://schemas.microsoft.com/office/drawing/2014/main" id="{867521BA-B3B9-42C1-BB4A-2A9785734D07}"/>
              </a:ext>
            </a:extLst>
          </p:cNvPr>
          <p:cNvSpPr>
            <a:spLocks xmlns:a="http://schemas.openxmlformats.org/drawingml/2006/main" noGrp="1"/>
          </p:cNvSpPr>
          <p:nvPr/>
        </p:nvSpPr>
        <p:spPr>
          <a:xfrm xmlns:a="http://schemas.openxmlformats.org/drawingml/2006/main">
            <a:off x="9525000" y="2571750"/>
            <a:ext cx="18097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1">
                <a:solidFill>
                  <a:srgbClr val="102A43"/>
                </a:solidFill>
              </a:defRPr>
            </a:pPr>
            <a:r>
              <a:rPr sz="1200" b="1">
                <a:solidFill>
                  <a:srgbClr val="102A43"/>
                </a:solidFill>
              </a:rPr>
              <a:t>Tool use</a:t>
            </a:r>
          </a:p>
        </p:txBody>
      </p:sp>
      <p:sp>
        <p:nvSpPr>
          <p:cNvPr id="45" name="">
            <a:extLst xmlns:a="http://schemas.openxmlformats.org/drawingml/2006/main">
              <a:ext uri="{FF2B5EF4-FFF2-40B4-BE49-F238E27FC236}">
                <a16:creationId xmlns:a16="http://schemas.microsoft.com/office/drawing/2014/main" id="{AD8B89ED-70D0-4135-BF4B-2A805C442E80}"/>
              </a:ext>
            </a:extLst>
          </p:cNvPr>
          <p:cNvSpPr>
            <a:spLocks xmlns:a="http://schemas.openxmlformats.org/drawingml/2006/main" noGrp="1"/>
          </p:cNvSpPr>
          <p:nvPr/>
        </p:nvSpPr>
        <p:spPr>
          <a:xfrm xmlns:a="http://schemas.openxmlformats.org/drawingml/2006/main">
            <a:off x="6457950" y="3171825"/>
            <a:ext cx="2400300" cy="552450"/>
          </a:xfrm>
          <a:prstGeom xmlns:a="http://schemas.openxmlformats.org/drawingml/2006/main" prst="roundRect">
            <a:avLst>
              <a:gd name="adj" fmla="val 12000"/>
            </a:avLst>
          </a:prstGeom>
          <a:solidFill xmlns:a="http://schemas.openxmlformats.org/drawingml/2006/main">
            <a:srgbClr val="FFF3E2"/>
          </a:solidFill>
          <a:ln xmlns:a="http://schemas.openxmlformats.org/drawingml/2006/main" w="0">
            <a:solidFill>
              <a:srgbClr val="FFF3E2"/>
            </a:solidFill>
            <a:prstDash val="solid"/>
          </a:ln>
        </p:spPr>
      </p:sp>
      <p:sp>
        <p:nvSpPr>
          <p:cNvPr id="46" name="">
            <a:extLst xmlns:a="http://schemas.openxmlformats.org/drawingml/2006/main">
              <a:ext uri="{FF2B5EF4-FFF2-40B4-BE49-F238E27FC236}">
                <a16:creationId xmlns:a16="http://schemas.microsoft.com/office/drawing/2014/main" id="{0D6B529E-9303-45EF-B8CE-CE899C11FBC0}"/>
              </a:ext>
            </a:extLst>
          </p:cNvPr>
          <p:cNvSpPr>
            <a:spLocks xmlns:a="http://schemas.openxmlformats.org/drawingml/2006/main" noGrp="1"/>
          </p:cNvSpPr>
          <p:nvPr/>
        </p:nvSpPr>
        <p:spPr>
          <a:xfrm xmlns:a="http://schemas.openxmlformats.org/drawingml/2006/main">
            <a:off x="6610350" y="3343275"/>
            <a:ext cx="209550" cy="209550"/>
          </a:xfrm>
          <a:prstGeom xmlns:a="http://schemas.openxmlformats.org/drawingml/2006/main" prst="ellipse">
            <a:avLst/>
          </a:prstGeom>
          <a:solidFill xmlns:a="http://schemas.openxmlformats.org/drawingml/2006/main">
            <a:srgbClr val="F4A340"/>
          </a:solidFill>
          <a:ln xmlns:a="http://schemas.openxmlformats.org/drawingml/2006/main" w="0">
            <a:solidFill>
              <a:srgbClr val="F4A340"/>
            </a:solidFill>
            <a:prstDash val="solid"/>
          </a:ln>
        </p:spPr>
      </p:sp>
      <p:sp>
        <p:nvSpPr>
          <p:cNvPr id="47" name="">
            <a:extLst xmlns:a="http://schemas.openxmlformats.org/drawingml/2006/main">
              <a:ext uri="{FF2B5EF4-FFF2-40B4-BE49-F238E27FC236}">
                <a16:creationId xmlns:a16="http://schemas.microsoft.com/office/drawing/2014/main" id="{0493A0C6-F844-47C3-87DD-B4F20F424A59}"/>
              </a:ext>
            </a:extLst>
          </p:cNvPr>
          <p:cNvSpPr>
            <a:spLocks xmlns:a="http://schemas.openxmlformats.org/drawingml/2006/main" noGrp="1"/>
          </p:cNvSpPr>
          <p:nvPr/>
        </p:nvSpPr>
        <p:spPr>
          <a:xfrm xmlns:a="http://schemas.openxmlformats.org/drawingml/2006/main">
            <a:off x="6610350" y="3324225"/>
            <a:ext cx="2095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FFFFFF"/>
                </a:solidFill>
              </a:defRPr>
            </a:pPr>
            <a:r>
              <a:rPr sz="1050" b="1">
                <a:solidFill>
                  <a:srgbClr val="FFFFFF"/>
                </a:solidFill>
              </a:rPr>
              <a:t>✓</a:t>
            </a:r>
          </a:p>
        </p:txBody>
      </p:sp>
      <p:sp>
        <p:nvSpPr>
          <p:cNvPr id="48" name="">
            <a:extLst xmlns:a="http://schemas.openxmlformats.org/drawingml/2006/main">
              <a:ext uri="{FF2B5EF4-FFF2-40B4-BE49-F238E27FC236}">
                <a16:creationId xmlns:a16="http://schemas.microsoft.com/office/drawing/2014/main" id="{E54A99E0-3D5B-426F-9437-D3C3192DEEB4}"/>
              </a:ext>
            </a:extLst>
          </p:cNvPr>
          <p:cNvSpPr>
            <a:spLocks xmlns:a="http://schemas.openxmlformats.org/drawingml/2006/main" noGrp="1"/>
          </p:cNvSpPr>
          <p:nvPr/>
        </p:nvSpPr>
        <p:spPr>
          <a:xfrm xmlns:a="http://schemas.openxmlformats.org/drawingml/2006/main">
            <a:off x="6934200" y="3295650"/>
            <a:ext cx="18097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1">
                <a:solidFill>
                  <a:srgbClr val="102A43"/>
                </a:solidFill>
              </a:defRPr>
            </a:pPr>
            <a:r>
              <a:rPr sz="1200" b="1">
                <a:solidFill>
                  <a:srgbClr val="102A43"/>
                </a:solidFill>
              </a:rPr>
              <a:t>MCP</a:t>
            </a:r>
          </a:p>
        </p:txBody>
      </p:sp>
      <p:sp>
        <p:nvSpPr>
          <p:cNvPr id="49" name="">
            <a:extLst xmlns:a="http://schemas.openxmlformats.org/drawingml/2006/main">
              <a:ext uri="{FF2B5EF4-FFF2-40B4-BE49-F238E27FC236}">
                <a16:creationId xmlns:a16="http://schemas.microsoft.com/office/drawing/2014/main" id="{070F26C1-5271-458B-A40E-46C064AD0613}"/>
              </a:ext>
            </a:extLst>
          </p:cNvPr>
          <p:cNvSpPr>
            <a:spLocks xmlns:a="http://schemas.openxmlformats.org/drawingml/2006/main" noGrp="1"/>
          </p:cNvSpPr>
          <p:nvPr/>
        </p:nvSpPr>
        <p:spPr>
          <a:xfrm xmlns:a="http://schemas.openxmlformats.org/drawingml/2006/main">
            <a:off x="9048750" y="3171825"/>
            <a:ext cx="2400300" cy="552450"/>
          </a:xfrm>
          <a:prstGeom xmlns:a="http://schemas.openxmlformats.org/drawingml/2006/main" prst="roundRect">
            <a:avLst>
              <a:gd name="adj" fmla="val 12000"/>
            </a:avLst>
          </a:prstGeom>
          <a:solidFill xmlns:a="http://schemas.openxmlformats.org/drawingml/2006/main">
            <a:srgbClr val="E9F0FF"/>
          </a:solidFill>
          <a:ln xmlns:a="http://schemas.openxmlformats.org/drawingml/2006/main" w="0">
            <a:solidFill>
              <a:srgbClr val="E9F0FF"/>
            </a:solidFill>
            <a:prstDash val="solid"/>
          </a:ln>
        </p:spPr>
      </p:sp>
      <p:sp>
        <p:nvSpPr>
          <p:cNvPr id="50" name="">
            <a:extLst xmlns:a="http://schemas.openxmlformats.org/drawingml/2006/main">
              <a:ext uri="{FF2B5EF4-FFF2-40B4-BE49-F238E27FC236}">
                <a16:creationId xmlns:a16="http://schemas.microsoft.com/office/drawing/2014/main" id="{029FE212-B96E-4AC8-93B1-2DCFF009CA0F}"/>
              </a:ext>
            </a:extLst>
          </p:cNvPr>
          <p:cNvSpPr>
            <a:spLocks xmlns:a="http://schemas.openxmlformats.org/drawingml/2006/main" noGrp="1"/>
          </p:cNvSpPr>
          <p:nvPr/>
        </p:nvSpPr>
        <p:spPr>
          <a:xfrm xmlns:a="http://schemas.openxmlformats.org/drawingml/2006/main">
            <a:off x="9201150" y="3343275"/>
            <a:ext cx="209550" cy="209550"/>
          </a:xfrm>
          <a:prstGeom xmlns:a="http://schemas.openxmlformats.org/drawingml/2006/main" prst="ellipse">
            <a:avLst/>
          </a:prstGeom>
          <a:solidFill xmlns:a="http://schemas.openxmlformats.org/drawingml/2006/main">
            <a:srgbClr val="2F6FED"/>
          </a:solidFill>
          <a:ln xmlns:a="http://schemas.openxmlformats.org/drawingml/2006/main" w="0">
            <a:solidFill>
              <a:srgbClr val="2F6FED"/>
            </a:solidFill>
            <a:prstDash val="solid"/>
          </a:ln>
        </p:spPr>
      </p:sp>
      <p:sp>
        <p:nvSpPr>
          <p:cNvPr id="51" name="">
            <a:extLst xmlns:a="http://schemas.openxmlformats.org/drawingml/2006/main">
              <a:ext uri="{FF2B5EF4-FFF2-40B4-BE49-F238E27FC236}">
                <a16:creationId xmlns:a16="http://schemas.microsoft.com/office/drawing/2014/main" id="{49744EA6-4FB3-4515-81BA-13B594363101}"/>
              </a:ext>
            </a:extLst>
          </p:cNvPr>
          <p:cNvSpPr>
            <a:spLocks xmlns:a="http://schemas.openxmlformats.org/drawingml/2006/main" noGrp="1"/>
          </p:cNvSpPr>
          <p:nvPr/>
        </p:nvSpPr>
        <p:spPr>
          <a:xfrm xmlns:a="http://schemas.openxmlformats.org/drawingml/2006/main">
            <a:off x="9201150" y="3324225"/>
            <a:ext cx="2095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FFFFFF"/>
                </a:solidFill>
              </a:defRPr>
            </a:pPr>
            <a:r>
              <a:rPr sz="1050" b="1">
                <a:solidFill>
                  <a:srgbClr val="FFFFFF"/>
                </a:solidFill>
              </a:rPr>
              <a:t>✓</a:t>
            </a:r>
          </a:p>
        </p:txBody>
      </p:sp>
      <p:sp>
        <p:nvSpPr>
          <p:cNvPr id="52" name="">
            <a:extLst xmlns:a="http://schemas.openxmlformats.org/drawingml/2006/main">
              <a:ext uri="{FF2B5EF4-FFF2-40B4-BE49-F238E27FC236}">
                <a16:creationId xmlns:a16="http://schemas.microsoft.com/office/drawing/2014/main" id="{9B3B5B47-7868-4A2D-97DC-1604FBFA4625}"/>
              </a:ext>
            </a:extLst>
          </p:cNvPr>
          <p:cNvSpPr>
            <a:spLocks xmlns:a="http://schemas.openxmlformats.org/drawingml/2006/main" noGrp="1"/>
          </p:cNvSpPr>
          <p:nvPr/>
        </p:nvSpPr>
        <p:spPr>
          <a:xfrm xmlns:a="http://schemas.openxmlformats.org/drawingml/2006/main">
            <a:off x="9525000" y="3295650"/>
            <a:ext cx="18097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1">
                <a:solidFill>
                  <a:srgbClr val="102A43"/>
                </a:solidFill>
              </a:defRPr>
            </a:pPr>
            <a:r>
              <a:rPr sz="1200" b="1">
                <a:solidFill>
                  <a:srgbClr val="102A43"/>
                </a:solidFill>
              </a:rPr>
              <a:t>Reasoning / planning</a:t>
            </a:r>
          </a:p>
        </p:txBody>
      </p:sp>
      <p:sp>
        <p:nvSpPr>
          <p:cNvPr id="53" name="">
            <a:extLst xmlns:a="http://schemas.openxmlformats.org/drawingml/2006/main">
              <a:ext uri="{FF2B5EF4-FFF2-40B4-BE49-F238E27FC236}">
                <a16:creationId xmlns:a16="http://schemas.microsoft.com/office/drawing/2014/main" id="{8D52C629-433D-4922-BBC6-60FA2EA86ADC}"/>
              </a:ext>
            </a:extLst>
          </p:cNvPr>
          <p:cNvSpPr>
            <a:spLocks xmlns:a="http://schemas.openxmlformats.org/drawingml/2006/main" noGrp="1"/>
          </p:cNvSpPr>
          <p:nvPr/>
        </p:nvSpPr>
        <p:spPr>
          <a:xfrm xmlns:a="http://schemas.openxmlformats.org/drawingml/2006/main">
            <a:off x="6457950" y="3895725"/>
            <a:ext cx="2400300" cy="552450"/>
          </a:xfrm>
          <a:prstGeom xmlns:a="http://schemas.openxmlformats.org/drawingml/2006/main" prst="roundRect">
            <a:avLst>
              <a:gd name="adj" fmla="val 12000"/>
            </a:avLst>
          </a:prstGeom>
          <a:solidFill xmlns:a="http://schemas.openxmlformats.org/drawingml/2006/main">
            <a:srgbClr val="E7F8F4"/>
          </a:solidFill>
          <a:ln xmlns:a="http://schemas.openxmlformats.org/drawingml/2006/main" w="0">
            <a:solidFill>
              <a:srgbClr val="E7F8F4"/>
            </a:solidFill>
            <a:prstDash val="solid"/>
          </a:ln>
        </p:spPr>
      </p:sp>
      <p:sp>
        <p:nvSpPr>
          <p:cNvPr id="54" name="">
            <a:extLst xmlns:a="http://schemas.openxmlformats.org/drawingml/2006/main">
              <a:ext uri="{FF2B5EF4-FFF2-40B4-BE49-F238E27FC236}">
                <a16:creationId xmlns:a16="http://schemas.microsoft.com/office/drawing/2014/main" id="{1946B60E-5CBE-4850-AAA1-97018AD9CC04}"/>
              </a:ext>
            </a:extLst>
          </p:cNvPr>
          <p:cNvSpPr>
            <a:spLocks xmlns:a="http://schemas.openxmlformats.org/drawingml/2006/main" noGrp="1"/>
          </p:cNvSpPr>
          <p:nvPr/>
        </p:nvSpPr>
        <p:spPr>
          <a:xfrm xmlns:a="http://schemas.openxmlformats.org/drawingml/2006/main">
            <a:off x="6610350" y="4067175"/>
            <a:ext cx="209550" cy="209550"/>
          </a:xfrm>
          <a:prstGeom xmlns:a="http://schemas.openxmlformats.org/drawingml/2006/main" prst="ellipse">
            <a:avLst/>
          </a:prstGeom>
          <a:solidFill xmlns:a="http://schemas.openxmlformats.org/drawingml/2006/main">
            <a:srgbClr val="18A999"/>
          </a:solidFill>
          <a:ln xmlns:a="http://schemas.openxmlformats.org/drawingml/2006/main" w="0">
            <a:solidFill>
              <a:srgbClr val="18A999"/>
            </a:solidFill>
            <a:prstDash val="solid"/>
          </a:ln>
        </p:spPr>
      </p:sp>
      <p:sp>
        <p:nvSpPr>
          <p:cNvPr id="55" name="">
            <a:extLst xmlns:a="http://schemas.openxmlformats.org/drawingml/2006/main">
              <a:ext uri="{FF2B5EF4-FFF2-40B4-BE49-F238E27FC236}">
                <a16:creationId xmlns:a16="http://schemas.microsoft.com/office/drawing/2014/main" id="{F8E2FDD1-FEF1-45DD-BA71-159447ED852A}"/>
              </a:ext>
            </a:extLst>
          </p:cNvPr>
          <p:cNvSpPr>
            <a:spLocks xmlns:a="http://schemas.openxmlformats.org/drawingml/2006/main" noGrp="1"/>
          </p:cNvSpPr>
          <p:nvPr/>
        </p:nvSpPr>
        <p:spPr>
          <a:xfrm xmlns:a="http://schemas.openxmlformats.org/drawingml/2006/main">
            <a:off x="6610350" y="4048125"/>
            <a:ext cx="2095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FFFFFF"/>
                </a:solidFill>
              </a:defRPr>
            </a:pPr>
            <a:r>
              <a:rPr sz="1050" b="1">
                <a:solidFill>
                  <a:srgbClr val="FFFFFF"/>
                </a:solidFill>
              </a:rPr>
              <a:t>✓</a:t>
            </a:r>
          </a:p>
        </p:txBody>
      </p:sp>
      <p:sp>
        <p:nvSpPr>
          <p:cNvPr id="56" name="">
            <a:extLst xmlns:a="http://schemas.openxmlformats.org/drawingml/2006/main">
              <a:ext uri="{FF2B5EF4-FFF2-40B4-BE49-F238E27FC236}">
                <a16:creationId xmlns:a16="http://schemas.microsoft.com/office/drawing/2014/main" id="{BAAE3B8C-83BB-4829-BAD2-B4AA6922320E}"/>
              </a:ext>
            </a:extLst>
          </p:cNvPr>
          <p:cNvSpPr>
            <a:spLocks xmlns:a="http://schemas.openxmlformats.org/drawingml/2006/main" noGrp="1"/>
          </p:cNvSpPr>
          <p:nvPr/>
        </p:nvSpPr>
        <p:spPr>
          <a:xfrm xmlns:a="http://schemas.openxmlformats.org/drawingml/2006/main">
            <a:off x="6934200" y="4019550"/>
            <a:ext cx="18097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1">
                <a:solidFill>
                  <a:srgbClr val="102A43"/>
                </a:solidFill>
              </a:defRPr>
            </a:pPr>
            <a:r>
              <a:rPr sz="1200" b="1">
                <a:solidFill>
                  <a:srgbClr val="102A43"/>
                </a:solidFill>
              </a:rPr>
              <a:t>RAG knowledge</a:t>
            </a:r>
          </a:p>
        </p:txBody>
      </p:sp>
      <p:sp>
        <p:nvSpPr>
          <p:cNvPr id="57" name="">
            <a:extLst xmlns:a="http://schemas.openxmlformats.org/drawingml/2006/main">
              <a:ext uri="{FF2B5EF4-FFF2-40B4-BE49-F238E27FC236}">
                <a16:creationId xmlns:a16="http://schemas.microsoft.com/office/drawing/2014/main" id="{23632D10-3967-4C39-8C46-7957135C8105}"/>
              </a:ext>
            </a:extLst>
          </p:cNvPr>
          <p:cNvSpPr>
            <a:spLocks xmlns:a="http://schemas.openxmlformats.org/drawingml/2006/main" noGrp="1"/>
          </p:cNvSpPr>
          <p:nvPr/>
        </p:nvSpPr>
        <p:spPr>
          <a:xfrm xmlns:a="http://schemas.openxmlformats.org/drawingml/2006/main">
            <a:off x="9048750" y="3895725"/>
            <a:ext cx="2400300" cy="552450"/>
          </a:xfrm>
          <a:prstGeom xmlns:a="http://schemas.openxmlformats.org/drawingml/2006/main" prst="roundRect">
            <a:avLst>
              <a:gd name="adj" fmla="val 12000"/>
            </a:avLst>
          </a:prstGeom>
          <a:solidFill xmlns:a="http://schemas.openxmlformats.org/drawingml/2006/main">
            <a:srgbClr val="FFF3E2"/>
          </a:solidFill>
          <a:ln xmlns:a="http://schemas.openxmlformats.org/drawingml/2006/main" w="0">
            <a:solidFill>
              <a:srgbClr val="FFF3E2"/>
            </a:solidFill>
            <a:prstDash val="solid"/>
          </a:ln>
        </p:spPr>
      </p:sp>
      <p:sp>
        <p:nvSpPr>
          <p:cNvPr id="58" name="">
            <a:extLst xmlns:a="http://schemas.openxmlformats.org/drawingml/2006/main">
              <a:ext uri="{FF2B5EF4-FFF2-40B4-BE49-F238E27FC236}">
                <a16:creationId xmlns:a16="http://schemas.microsoft.com/office/drawing/2014/main" id="{7FEB139D-594F-496E-8AFB-1CC9DE02B7E0}"/>
              </a:ext>
            </a:extLst>
          </p:cNvPr>
          <p:cNvSpPr>
            <a:spLocks xmlns:a="http://schemas.openxmlformats.org/drawingml/2006/main" noGrp="1"/>
          </p:cNvSpPr>
          <p:nvPr/>
        </p:nvSpPr>
        <p:spPr>
          <a:xfrm xmlns:a="http://schemas.openxmlformats.org/drawingml/2006/main">
            <a:off x="9201150" y="4067175"/>
            <a:ext cx="209550" cy="209550"/>
          </a:xfrm>
          <a:prstGeom xmlns:a="http://schemas.openxmlformats.org/drawingml/2006/main" prst="ellipse">
            <a:avLst/>
          </a:prstGeom>
          <a:solidFill xmlns:a="http://schemas.openxmlformats.org/drawingml/2006/main">
            <a:srgbClr val="F4A340"/>
          </a:solidFill>
          <a:ln xmlns:a="http://schemas.openxmlformats.org/drawingml/2006/main" w="0">
            <a:solidFill>
              <a:srgbClr val="F4A340"/>
            </a:solidFill>
            <a:prstDash val="solid"/>
          </a:ln>
        </p:spPr>
      </p:sp>
      <p:sp>
        <p:nvSpPr>
          <p:cNvPr id="59" name="">
            <a:extLst xmlns:a="http://schemas.openxmlformats.org/drawingml/2006/main">
              <a:ext uri="{FF2B5EF4-FFF2-40B4-BE49-F238E27FC236}">
                <a16:creationId xmlns:a16="http://schemas.microsoft.com/office/drawing/2014/main" id="{92B7E21A-2E90-41E7-9C1B-161231FB4373}"/>
              </a:ext>
            </a:extLst>
          </p:cNvPr>
          <p:cNvSpPr>
            <a:spLocks xmlns:a="http://schemas.openxmlformats.org/drawingml/2006/main" noGrp="1"/>
          </p:cNvSpPr>
          <p:nvPr/>
        </p:nvSpPr>
        <p:spPr>
          <a:xfrm xmlns:a="http://schemas.openxmlformats.org/drawingml/2006/main">
            <a:off x="9201150" y="4048125"/>
            <a:ext cx="2095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FFFFFF"/>
                </a:solidFill>
              </a:defRPr>
            </a:pPr>
            <a:r>
              <a:rPr sz="1050" b="1">
                <a:solidFill>
                  <a:srgbClr val="FFFFFF"/>
                </a:solidFill>
              </a:rPr>
              <a:t>✓</a:t>
            </a:r>
          </a:p>
        </p:txBody>
      </p:sp>
      <p:sp>
        <p:nvSpPr>
          <p:cNvPr id="60" name="">
            <a:extLst xmlns:a="http://schemas.openxmlformats.org/drawingml/2006/main">
              <a:ext uri="{FF2B5EF4-FFF2-40B4-BE49-F238E27FC236}">
                <a16:creationId xmlns:a16="http://schemas.microsoft.com/office/drawing/2014/main" id="{2432667A-A5E3-4EF3-B79D-D97234EB2098}"/>
              </a:ext>
            </a:extLst>
          </p:cNvPr>
          <p:cNvSpPr>
            <a:spLocks xmlns:a="http://schemas.openxmlformats.org/drawingml/2006/main" noGrp="1"/>
          </p:cNvSpPr>
          <p:nvPr/>
        </p:nvSpPr>
        <p:spPr>
          <a:xfrm xmlns:a="http://schemas.openxmlformats.org/drawingml/2006/main">
            <a:off x="9525000" y="4019550"/>
            <a:ext cx="18097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1">
                <a:solidFill>
                  <a:srgbClr val="102A43"/>
                </a:solidFill>
              </a:defRPr>
            </a:pPr>
            <a:r>
              <a:rPr sz="1200" b="1">
                <a:solidFill>
                  <a:srgbClr val="102A43"/>
                </a:solidFill>
              </a:rPr>
              <a:t>Memory</a:t>
            </a:r>
          </a:p>
        </p:txBody>
      </p:sp>
      <p:sp>
        <p:nvSpPr>
          <p:cNvPr id="61" name="">
            <a:extLst xmlns:a="http://schemas.openxmlformats.org/drawingml/2006/main">
              <a:ext uri="{FF2B5EF4-FFF2-40B4-BE49-F238E27FC236}">
                <a16:creationId xmlns:a16="http://schemas.microsoft.com/office/drawing/2014/main" id="{50A34CDC-1FE8-4585-97F7-7F31A72B79EF}"/>
              </a:ext>
            </a:extLst>
          </p:cNvPr>
          <p:cNvSpPr>
            <a:spLocks xmlns:a="http://schemas.openxmlformats.org/drawingml/2006/main" noGrp="1"/>
          </p:cNvSpPr>
          <p:nvPr/>
        </p:nvSpPr>
        <p:spPr>
          <a:xfrm xmlns:a="http://schemas.openxmlformats.org/drawingml/2006/main">
            <a:off x="6457950" y="4619625"/>
            <a:ext cx="2400300" cy="552450"/>
          </a:xfrm>
          <a:prstGeom xmlns:a="http://schemas.openxmlformats.org/drawingml/2006/main" prst="roundRect">
            <a:avLst>
              <a:gd name="adj" fmla="val 12000"/>
            </a:avLst>
          </a:prstGeom>
          <a:solidFill xmlns:a="http://schemas.openxmlformats.org/drawingml/2006/main">
            <a:srgbClr val="E9F0FF"/>
          </a:solidFill>
          <a:ln xmlns:a="http://schemas.openxmlformats.org/drawingml/2006/main" w="0">
            <a:solidFill>
              <a:srgbClr val="E9F0FF"/>
            </a:solidFill>
            <a:prstDash val="solid"/>
          </a:ln>
        </p:spPr>
      </p:sp>
      <p:sp>
        <p:nvSpPr>
          <p:cNvPr id="62" name="">
            <a:extLst xmlns:a="http://schemas.openxmlformats.org/drawingml/2006/main">
              <a:ext uri="{FF2B5EF4-FFF2-40B4-BE49-F238E27FC236}">
                <a16:creationId xmlns:a16="http://schemas.microsoft.com/office/drawing/2014/main" id="{9891D89B-F34A-4032-9AE9-D5ADBCE3DFD8}"/>
              </a:ext>
            </a:extLst>
          </p:cNvPr>
          <p:cNvSpPr>
            <a:spLocks xmlns:a="http://schemas.openxmlformats.org/drawingml/2006/main" noGrp="1"/>
          </p:cNvSpPr>
          <p:nvPr/>
        </p:nvSpPr>
        <p:spPr>
          <a:xfrm xmlns:a="http://schemas.openxmlformats.org/drawingml/2006/main">
            <a:off x="6610350" y="4791075"/>
            <a:ext cx="209550" cy="209550"/>
          </a:xfrm>
          <a:prstGeom xmlns:a="http://schemas.openxmlformats.org/drawingml/2006/main" prst="ellipse">
            <a:avLst/>
          </a:prstGeom>
          <a:solidFill xmlns:a="http://schemas.openxmlformats.org/drawingml/2006/main">
            <a:srgbClr val="2F6FED"/>
          </a:solidFill>
          <a:ln xmlns:a="http://schemas.openxmlformats.org/drawingml/2006/main" w="0">
            <a:solidFill>
              <a:srgbClr val="2F6FED"/>
            </a:solidFill>
            <a:prstDash val="solid"/>
          </a:ln>
        </p:spPr>
      </p:sp>
      <p:sp>
        <p:nvSpPr>
          <p:cNvPr id="63" name="">
            <a:extLst xmlns:a="http://schemas.openxmlformats.org/drawingml/2006/main">
              <a:ext uri="{FF2B5EF4-FFF2-40B4-BE49-F238E27FC236}">
                <a16:creationId xmlns:a16="http://schemas.microsoft.com/office/drawing/2014/main" id="{107530EE-0F79-494F-942A-57FC22949655}"/>
              </a:ext>
            </a:extLst>
          </p:cNvPr>
          <p:cNvSpPr>
            <a:spLocks xmlns:a="http://schemas.openxmlformats.org/drawingml/2006/main" noGrp="1"/>
          </p:cNvSpPr>
          <p:nvPr/>
        </p:nvSpPr>
        <p:spPr>
          <a:xfrm xmlns:a="http://schemas.openxmlformats.org/drawingml/2006/main">
            <a:off x="6610350" y="4772025"/>
            <a:ext cx="2095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FFFFFF"/>
                </a:solidFill>
              </a:defRPr>
            </a:pPr>
            <a:r>
              <a:rPr sz="1050" b="1">
                <a:solidFill>
                  <a:srgbClr val="FFFFFF"/>
                </a:solidFill>
              </a:rPr>
              <a:t>✓</a:t>
            </a:r>
          </a:p>
        </p:txBody>
      </p:sp>
      <p:sp>
        <p:nvSpPr>
          <p:cNvPr id="64" name="">
            <a:extLst xmlns:a="http://schemas.openxmlformats.org/drawingml/2006/main">
              <a:ext uri="{FF2B5EF4-FFF2-40B4-BE49-F238E27FC236}">
                <a16:creationId xmlns:a16="http://schemas.microsoft.com/office/drawing/2014/main" id="{14C505C5-CCA8-4ECB-9C28-FAE3E0231515}"/>
              </a:ext>
            </a:extLst>
          </p:cNvPr>
          <p:cNvSpPr>
            <a:spLocks xmlns:a="http://schemas.openxmlformats.org/drawingml/2006/main" noGrp="1"/>
          </p:cNvSpPr>
          <p:nvPr/>
        </p:nvSpPr>
        <p:spPr>
          <a:xfrm xmlns:a="http://schemas.openxmlformats.org/drawingml/2006/main">
            <a:off x="6934200" y="4743450"/>
            <a:ext cx="18097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1">
                <a:solidFill>
                  <a:srgbClr val="102A43"/>
                </a:solidFill>
              </a:defRPr>
            </a:pPr>
            <a:r>
              <a:rPr sz="1200" b="1">
                <a:solidFill>
                  <a:srgbClr val="102A43"/>
                </a:solidFill>
              </a:rPr>
              <a:t>Docker deployment</a:t>
            </a:r>
          </a:p>
        </p:txBody>
      </p:sp>
      <p:sp>
        <p:nvSpPr>
          <p:cNvPr id="65" name="">
            <a:extLst xmlns:a="http://schemas.openxmlformats.org/drawingml/2006/main">
              <a:ext uri="{FF2B5EF4-FFF2-40B4-BE49-F238E27FC236}">
                <a16:creationId xmlns:a16="http://schemas.microsoft.com/office/drawing/2014/main" id="{45AFD551-9AF4-46E1-854E-56727A0D0629}"/>
              </a:ext>
            </a:extLst>
          </p:cNvPr>
          <p:cNvSpPr>
            <a:spLocks xmlns:a="http://schemas.openxmlformats.org/drawingml/2006/main" noGrp="1"/>
          </p:cNvSpPr>
          <p:nvPr/>
        </p:nvSpPr>
        <p:spPr>
          <a:xfrm xmlns:a="http://schemas.openxmlformats.org/drawingml/2006/main">
            <a:off x="6457950" y="5476875"/>
            <a:ext cx="4991100" cy="514350"/>
          </a:xfrm>
          <a:prstGeom xmlns:a="http://schemas.openxmlformats.org/drawingml/2006/main" prst="roundRect">
            <a:avLst>
              <a:gd name="adj" fmla="val 9000"/>
            </a:avLst>
          </a:prstGeom>
          <a:solidFill xmlns:a="http://schemas.openxmlformats.org/drawingml/2006/main">
            <a:srgbClr val="102A43"/>
          </a:solidFill>
          <a:ln xmlns:a="http://schemas.openxmlformats.org/drawingml/2006/main" w="0">
            <a:solidFill>
              <a:srgbClr val="102A43"/>
            </a:solidFill>
            <a:prstDash val="solid"/>
          </a:ln>
        </p:spPr>
      </p:sp>
      <p:sp>
        <p:nvSpPr>
          <p:cNvPr id="66" name="">
            <a:extLst xmlns:a="http://schemas.openxmlformats.org/drawingml/2006/main">
              <a:ext uri="{FF2B5EF4-FFF2-40B4-BE49-F238E27FC236}">
                <a16:creationId xmlns:a16="http://schemas.microsoft.com/office/drawing/2014/main" id="{3C7F3338-4E23-4177-A2BE-1520FFDB0805}"/>
              </a:ext>
            </a:extLst>
          </p:cNvPr>
          <p:cNvSpPr>
            <a:spLocks xmlns:a="http://schemas.openxmlformats.org/drawingml/2006/main" noGrp="1"/>
          </p:cNvSpPr>
          <p:nvPr/>
        </p:nvSpPr>
        <p:spPr>
          <a:xfrm xmlns:a="http://schemas.openxmlformats.org/drawingml/2006/main">
            <a:off x="6648450" y="5572125"/>
            <a:ext cx="4610100" cy="2952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96228"/>
          </a:bodyPr>
          <a:lstStyle xmlns:a="http://schemas.openxmlformats.org/drawingml/2006/main"/>
          <a:p xmlns:a="http://schemas.openxmlformats.org/drawingml/2006/main">
            <a:pPr algn="ctr">
              <a:defRPr sz="1200" b="1">
                <a:solidFill>
                  <a:srgbClr val="FFFFFF"/>
                </a:solidFill>
              </a:defRPr>
            </a:pPr>
            <a:r>
              <a:rPr sz="1200" b="1">
                <a:solidFill>
                  <a:srgbClr val="FFFFFF"/>
                </a:solidFill>
              </a:rPr>
              <a:t>Mock mode keeps the complete demo reliable without an API key.</a:t>
            </a:r>
          </a:p>
        </p:txBody>
      </p:sp>
      <p:sp>
        <p:nvSpPr>
          <p:cNvPr id="67" name="">
            <a:extLst xmlns:a="http://schemas.openxmlformats.org/drawingml/2006/main">
              <a:ext uri="{FF2B5EF4-FFF2-40B4-BE49-F238E27FC236}">
                <a16:creationId xmlns:a16="http://schemas.microsoft.com/office/drawing/2014/main" id="{382566EF-01C3-4626-879E-319C3140B23E}"/>
              </a:ext>
            </a:extLst>
          </p:cNvPr>
          <p:cNvSpPr>
            <a:spLocks xmlns:a="http://schemas.openxmlformats.org/drawingml/2006/main" noGrp="1"/>
          </p:cNvSpPr>
          <p:nvPr/>
        </p:nvSpPr>
        <p:spPr>
          <a:xfrm xmlns:a="http://schemas.openxmlformats.org/drawingml/2006/main">
            <a:off x="552450" y="6496050"/>
            <a:ext cx="11087100" cy="19050"/>
          </a:xfrm>
          <a:prstGeom xmlns:a="http://schemas.openxmlformats.org/drawingml/2006/main" prst="rect">
            <a:avLst/>
          </a:prstGeom>
          <a:solidFill xmlns:a="http://schemas.openxmlformats.org/drawingml/2006/main">
            <a:srgbClr val="D7E1EC"/>
          </a:solidFill>
          <a:ln xmlns:a="http://schemas.openxmlformats.org/drawingml/2006/main" w="0">
            <a:solidFill>
              <a:srgbClr val="D7E1EC"/>
            </a:solidFill>
            <a:prstDash val="solid"/>
          </a:ln>
        </p:spPr>
      </p:sp>
      <p:sp>
        <p:nvSpPr>
          <p:cNvPr id="68" name="">
            <a:extLst xmlns:a="http://schemas.openxmlformats.org/drawingml/2006/main">
              <a:ext uri="{FF2B5EF4-FFF2-40B4-BE49-F238E27FC236}">
                <a16:creationId xmlns:a16="http://schemas.microsoft.com/office/drawing/2014/main" id="{0972230D-6EB5-4401-AA38-5321F50A5954}"/>
              </a:ext>
            </a:extLst>
          </p:cNvPr>
          <p:cNvSpPr>
            <a:spLocks xmlns:a="http://schemas.openxmlformats.org/drawingml/2006/main" noGrp="1"/>
          </p:cNvSpPr>
          <p:nvPr/>
        </p:nvSpPr>
        <p:spPr>
          <a:xfrm xmlns:a="http://schemas.openxmlformats.org/drawingml/2006/main">
            <a:off x="552450" y="6572250"/>
            <a:ext cx="7810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0">
                <a:solidFill>
                  <a:srgbClr val="52667A"/>
                </a:solidFill>
              </a:defRPr>
            </a:pPr>
            <a:r>
              <a:rPr sz="825" b="0">
                <a:solidFill>
                  <a:srgbClr val="52667A"/>
                </a:solidFill>
              </a:rPr>
              <a:t>Educational prototype • Synthetic data • Human verification required</a:t>
            </a:r>
          </a:p>
        </p:txBody>
      </p:sp>
    </p:spTree>
    <p:extLst>
      <p:ext uri="{BB962C8B-B14F-4D97-AF65-F5344CB8AC3E}">
        <p14:creationId xmlns:p14="http://schemas.microsoft.com/office/powerpoint/2010/main" val="1816678441"/>
      </p:ext>
    </p:extLst>
  </p:cSld>
</p:sld>
</file>

<file path=ppt/theme/theme1.xml><?xml version="1.0" encoding="utf-8"?>
<a:theme xmlns:a="http://schemas.openxmlformats.org/drawingml/2006/main" name="Clinical Trial Agent">
  <a:themeElements>
    <a:clrScheme name="Clinical Trial Agent">
      <a:dk1>
        <a:srgbClr val="102A43"/>
      </a:dk1>
      <a:lt1>
        <a:srgbClr val="FFFFFF"/>
      </a:lt1>
      <a:dk2>
        <a:srgbClr val="52667A"/>
      </a:dk2>
      <a:lt2>
        <a:srgbClr val="F7F9FC"/>
      </a:lt2>
      <a:accent1>
        <a:srgbClr val="2F6FED"/>
      </a:accent1>
      <a:accent2>
        <a:srgbClr val="18A999"/>
      </a:accent2>
      <a:accent3>
        <a:srgbClr val="F4A340"/>
      </a:accent3>
      <a:accent4>
        <a:srgbClr val="6C63FF"/>
      </a:accent4>
      <a:accent5>
        <a:srgbClr val="5D7A96"/>
      </a:accent5>
      <a:accent6>
        <a:srgbClr val="8CB4D8"/>
      </a:accent6>
      <a:hlink>
        <a:srgbClr val="2F6FED"/>
      </a:hlink>
      <a:folHlink>
        <a:srgbClr val="6C63FF"/>
      </a:folHlink>
    </a:clrScheme>
    <a:fontScheme name="Office">
      <a:majorFont>
        <a:latin typeface="Calibri Light"/>
        <a:ea typeface="Calibri Light"/>
        <a:cs typeface="Calibri Light"/>
      </a:majorFont>
      <a:minorFont>
        <a:latin typeface="Calibri"/>
        <a:ea typeface="Calibri"/>
        <a:cs typeface="Calibri"/>
      </a:minorFont>
    </a:fontScheme>
    <a:fmtScheme name="Clinical Trial Agen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2026-07-02T23:57:21.2570000Z</dcterms:created>
  <dcterms:modified xsi:type="dcterms:W3CDTF">2026-07-02T23:57:21.2570000Z</dcterms:modified>
</coreProperties>
</file>